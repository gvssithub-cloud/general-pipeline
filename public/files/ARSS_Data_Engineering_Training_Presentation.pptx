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60" r:id="rId7"/>
    <p:sldId id="261" r:id="rId8"/>
    <p:sldId id="259" r:id="rId9"/>
    <p:sldId id="266" r:id="rId10"/>
    <p:sldId id="262" r:id="rId11"/>
    <p:sldId id="264" r:id="rId12"/>
    <p:sldId id="265"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64" d="100"/>
          <a:sy n="64" d="100"/>
        </p:scale>
        <p:origin x="-1336"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EA29B6-E8E2-4E4E-A461-1DD87B4AEE6A}"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DE2924-2BB0-49FF-85F1-EC82AAE452CC}"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CDE2924-2BB0-49FF-85F1-EC82AAE452CC}"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CD2E299-4122-45EE-AD2F-2EEFAD9047CA}" type="datetime1">
              <a:rPr lang="en-US" smtClean="0"/>
            </a:fld>
            <a:endParaRPr lang="en-US"/>
          </a:p>
        </p:txBody>
      </p:sp>
      <p:sp>
        <p:nvSpPr>
          <p:cNvPr id="5" name="Footer Placeholder 4"/>
          <p:cNvSpPr>
            <a:spLocks noGrp="1"/>
          </p:cNvSpPr>
          <p:nvPr>
            <p:ph type="ftr" sz="quarter" idx="11"/>
          </p:nvPr>
        </p:nvSpPr>
        <p:spPr/>
        <p:txBody>
          <a:bodyPr/>
          <a:lstStyle/>
          <a:p>
            <a:r>
              <a:rPr lang="en-US" smtClean="0"/>
              <a:t>ARSS IT SOLUTIONS</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3"/>
          <p:cNvSpPr>
            <a:spLocks noGrp="1"/>
          </p:cNvSpPr>
          <p:nvPr>
            <p:ph type="dt" sz="half" idx="10"/>
          </p:nvPr>
        </p:nvSpPr>
        <p:spPr/>
        <p:txBody>
          <a:bodyPr/>
          <a:lstStyle/>
          <a:p>
            <a:fld id="{C7743EE3-3FCB-47AB-96AA-B2CC4FF09B65}" type="datetime1">
              <a:rPr lang="en-US" smtClean="0"/>
            </a:fld>
            <a:endParaRPr lang="en-US"/>
          </a:p>
        </p:txBody>
      </p:sp>
      <p:sp>
        <p:nvSpPr>
          <p:cNvPr id="5" name="Footer Placeholder 4"/>
          <p:cNvSpPr>
            <a:spLocks noGrp="1"/>
          </p:cNvSpPr>
          <p:nvPr>
            <p:ph type="ftr" sz="quarter" idx="11"/>
          </p:nvPr>
        </p:nvSpPr>
        <p:spPr/>
        <p:txBody>
          <a:bodyPr/>
          <a:lstStyle/>
          <a:p>
            <a:r>
              <a:rPr lang="en-US" smtClean="0"/>
              <a:t>ARSS IT SOLUTIONS</a:t>
            </a:r>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CCEB913-CCE3-453C-BD55-B0AE282D6A31}" type="datetime1">
              <a:rPr lang="en-US" smtClean="0"/>
            </a:fld>
            <a:endParaRPr lang="en-US"/>
          </a:p>
        </p:txBody>
      </p:sp>
      <p:sp>
        <p:nvSpPr>
          <p:cNvPr id="5" name="Footer Placeholder 4"/>
          <p:cNvSpPr>
            <a:spLocks noGrp="1"/>
          </p:cNvSpPr>
          <p:nvPr>
            <p:ph type="ftr" sz="quarter" idx="11"/>
          </p:nvPr>
        </p:nvSpPr>
        <p:spPr/>
        <p:txBody>
          <a:bodyPr/>
          <a:lstStyle/>
          <a:p>
            <a:r>
              <a:rPr lang="en-US" smtClean="0"/>
              <a:t>ARSS IT SOLUTIONS</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579F0DF8-9B3C-46D2-8691-99164DDF36F1}" type="datetime1">
              <a:rPr lang="en-US" smtClean="0"/>
            </a:fld>
            <a:endParaRPr lang="en-US"/>
          </a:p>
        </p:txBody>
      </p:sp>
      <p:sp>
        <p:nvSpPr>
          <p:cNvPr id="6" name="Footer Placeholder 5"/>
          <p:cNvSpPr>
            <a:spLocks noGrp="1"/>
          </p:cNvSpPr>
          <p:nvPr>
            <p:ph type="ftr" sz="quarter" idx="11"/>
          </p:nvPr>
        </p:nvSpPr>
        <p:spPr/>
        <p:txBody>
          <a:bodyPr/>
          <a:lstStyle/>
          <a:p>
            <a:r>
              <a:rPr lang="en-US" smtClean="0"/>
              <a:t>ARSS IT SOLUTIONS</a:t>
            </a:r>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549D34F-2476-4F50-9969-A911D2B4082E}" type="datetime1">
              <a:rPr lang="en-US" smtClean="0"/>
            </a:fld>
            <a:endParaRPr lang="en-US"/>
          </a:p>
        </p:txBody>
      </p:sp>
      <p:sp>
        <p:nvSpPr>
          <p:cNvPr id="8" name="Footer Placeholder 7"/>
          <p:cNvSpPr>
            <a:spLocks noGrp="1"/>
          </p:cNvSpPr>
          <p:nvPr>
            <p:ph type="ftr" sz="quarter" idx="11"/>
          </p:nvPr>
        </p:nvSpPr>
        <p:spPr/>
        <p:txBody>
          <a:bodyPr/>
          <a:lstStyle/>
          <a:p>
            <a:r>
              <a:rPr lang="en-US" smtClean="0"/>
              <a:t>ARSS IT SOLUTIONS</a:t>
            </a:r>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64C29000-35DE-48C8-8B18-775E0B7C6AE4}" type="datetime1">
              <a:rPr lang="en-US" smtClean="0"/>
            </a:fld>
            <a:endParaRPr lang="en-US"/>
          </a:p>
        </p:txBody>
      </p:sp>
      <p:sp>
        <p:nvSpPr>
          <p:cNvPr id="5" name="Footer Placeholder 3"/>
          <p:cNvSpPr>
            <a:spLocks noGrp="1"/>
          </p:cNvSpPr>
          <p:nvPr>
            <p:ph type="ftr" sz="quarter" idx="11"/>
          </p:nvPr>
        </p:nvSpPr>
        <p:spPr/>
        <p:txBody>
          <a:bodyPr/>
          <a:lstStyle/>
          <a:p>
            <a:r>
              <a:rPr lang="en-US" smtClean="0"/>
              <a:t>ARSS IT SOLUTIONS</a:t>
            </a:r>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84383C5-87B8-4C00-ABDE-17A485EDC923}" type="datetime1">
              <a:rPr lang="en-US" smtClean="0"/>
            </a:fld>
            <a:endParaRPr lang="en-US"/>
          </a:p>
        </p:txBody>
      </p:sp>
      <p:sp>
        <p:nvSpPr>
          <p:cNvPr id="5" name="Footer Placeholder 2"/>
          <p:cNvSpPr>
            <a:spLocks noGrp="1"/>
          </p:cNvSpPr>
          <p:nvPr>
            <p:ph type="ftr" sz="quarter" idx="11"/>
          </p:nvPr>
        </p:nvSpPr>
        <p:spPr/>
        <p:txBody>
          <a:bodyPr/>
          <a:lstStyle/>
          <a:p>
            <a:r>
              <a:rPr lang="en-US" smtClean="0"/>
              <a:t>ARSS IT SOLUTIONS</a:t>
            </a:r>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7" name="Date Placeholder 4"/>
          <p:cNvSpPr>
            <a:spLocks noGrp="1"/>
          </p:cNvSpPr>
          <p:nvPr>
            <p:ph type="dt" sz="half" idx="10"/>
          </p:nvPr>
        </p:nvSpPr>
        <p:spPr/>
        <p:txBody>
          <a:bodyPr/>
          <a:lstStyle/>
          <a:p>
            <a:fld id="{BFB4C7E7-1C9F-4CB5-9E66-4AF6E3D868F7}" type="datetime1">
              <a:rPr lang="en-US" smtClean="0"/>
            </a:fld>
            <a:endParaRPr lang="en-US"/>
          </a:p>
        </p:txBody>
      </p:sp>
      <p:sp>
        <p:nvSpPr>
          <p:cNvPr id="5" name="Footer Placeholder 5"/>
          <p:cNvSpPr>
            <a:spLocks noGrp="1"/>
          </p:cNvSpPr>
          <p:nvPr>
            <p:ph type="ftr" sz="quarter" idx="11"/>
          </p:nvPr>
        </p:nvSpPr>
        <p:spPr/>
        <p:txBody>
          <a:bodyPr/>
          <a:lstStyle/>
          <a:p>
            <a:r>
              <a:rPr lang="en-US" smtClean="0"/>
              <a:t>ARSS IT SOLUTIONS</a:t>
            </a:r>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DD09A2C-3145-4F7D-BCDC-67A2EE0F33C2}" type="datetime1">
              <a:rPr lang="en-US" smtClean="0"/>
            </a:fld>
            <a:endParaRPr lang="en-US"/>
          </a:p>
        </p:txBody>
      </p:sp>
      <p:sp>
        <p:nvSpPr>
          <p:cNvPr id="6" name="Footer Placeholder 5"/>
          <p:cNvSpPr>
            <a:spLocks noGrp="1"/>
          </p:cNvSpPr>
          <p:nvPr>
            <p:ph type="ftr" sz="quarter" idx="11"/>
          </p:nvPr>
        </p:nvSpPr>
        <p:spPr/>
        <p:txBody>
          <a:bodyPr/>
          <a:lstStyle/>
          <a:p>
            <a:r>
              <a:rPr lang="en-US" smtClean="0"/>
              <a:t>ARSS IT SOLUTIONS</a:t>
            </a:r>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687D4CF-B405-49BE-AA31-8F8CF0F81F6A}" type="datetime1">
              <a:rPr lang="en-US" smtClean="0"/>
            </a:fld>
            <a:endParaRPr lang="en-US"/>
          </a:p>
        </p:txBody>
      </p:sp>
      <p:sp>
        <p:nvSpPr>
          <p:cNvPr id="6" name="Footer Placeholder 5"/>
          <p:cNvSpPr>
            <a:spLocks noGrp="1"/>
          </p:cNvSpPr>
          <p:nvPr>
            <p:ph type="ftr" sz="quarter" idx="11"/>
          </p:nvPr>
        </p:nvSpPr>
        <p:spPr/>
        <p:txBody>
          <a:bodyPr/>
          <a:lstStyle/>
          <a:p>
            <a:r>
              <a:rPr lang="en-US" smtClean="0"/>
              <a:t>ARSS IT SOLUTIONS</a:t>
            </a:r>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87A499D7-894B-4A42-95B4-4DB55AC6AB03}" type="datetime1">
              <a:rPr lang="en-US" smtClean="0"/>
            </a:fld>
            <a:endParaRPr lang="en-US"/>
          </a:p>
        </p:txBody>
      </p:sp>
      <p:sp>
        <p:nvSpPr>
          <p:cNvPr id="5" name="Footer Placeholder 4"/>
          <p:cNvSpPr>
            <a:spLocks noGrp="1"/>
          </p:cNvSpPr>
          <p:nvPr>
            <p:ph type="ftr" sz="quarter" idx="11"/>
          </p:nvPr>
        </p:nvSpPr>
        <p:spPr/>
        <p:txBody>
          <a:bodyPr/>
          <a:lstStyle/>
          <a:p>
            <a:r>
              <a:rPr lang="en-US" smtClean="0"/>
              <a:t>ARSS IT SOLUTIONS</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endParaRPr lang="en-US"/>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5C89683-FFD6-41F3-8CC8-C5177021303C}" type="datetime1">
              <a:rPr lang="en-US" smtClean="0"/>
            </a:fld>
            <a:endParaRPr lang="en-US"/>
          </a:p>
        </p:txBody>
      </p:sp>
      <p:sp>
        <p:nvSpPr>
          <p:cNvPr id="5" name="Footer Placeholder 4"/>
          <p:cNvSpPr>
            <a:spLocks noGrp="1"/>
          </p:cNvSpPr>
          <p:nvPr>
            <p:ph type="ftr" sz="quarter" idx="11"/>
          </p:nvPr>
        </p:nvSpPr>
        <p:spPr/>
        <p:txBody>
          <a:bodyPr/>
          <a:lstStyle/>
          <a:p>
            <a:r>
              <a:rPr lang="en-US" smtClean="0"/>
              <a:t>ARSS IT SOLUTIONS</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sz="12200" dirty="0"/>
              <a:t>“</a:t>
            </a:r>
            <a:endParaRPr lang="en-US" sz="12200" dirty="0"/>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sz="12200" dirty="0"/>
              <a:t>”</a:t>
            </a:r>
            <a:endParaRPr lang="en-US" sz="1220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02AE340-F10B-4094-BA6C-977CCCB13094}" type="datetime1">
              <a:rPr lang="en-US" smtClean="0"/>
            </a:fld>
            <a:endParaRPr lang="en-US"/>
          </a:p>
        </p:txBody>
      </p:sp>
      <p:sp>
        <p:nvSpPr>
          <p:cNvPr id="5" name="Footer Placeholder 4"/>
          <p:cNvSpPr>
            <a:spLocks noGrp="1"/>
          </p:cNvSpPr>
          <p:nvPr>
            <p:ph type="ftr" sz="quarter" idx="11"/>
          </p:nvPr>
        </p:nvSpPr>
        <p:spPr/>
        <p:txBody>
          <a:bodyPr/>
          <a:lstStyle/>
          <a:p>
            <a:r>
              <a:rPr lang="en-US" smtClean="0"/>
              <a:t>ARSS IT SOLUTIONS</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8DF271A-7555-4348-8E2F-A39C2ABCD91C}" type="datetime1">
              <a:rPr lang="en-US" smtClean="0"/>
            </a:fld>
            <a:endParaRPr lang="en-US"/>
          </a:p>
        </p:txBody>
      </p:sp>
      <p:sp>
        <p:nvSpPr>
          <p:cNvPr id="4" name="Footer Placeholder 4"/>
          <p:cNvSpPr>
            <a:spLocks noGrp="1"/>
          </p:cNvSpPr>
          <p:nvPr>
            <p:ph type="ftr" sz="quarter" idx="11"/>
          </p:nvPr>
        </p:nvSpPr>
        <p:spPr/>
        <p:txBody>
          <a:bodyPr/>
          <a:lstStyle/>
          <a:p>
            <a:r>
              <a:rPr lang="en-US" smtClean="0"/>
              <a:t>ARSS IT SOLUTIONS</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B429DFF-F8F6-4AE7-A3B7-BE5279047D98}" type="datetime1">
              <a:rPr lang="en-US" smtClean="0"/>
            </a:fld>
            <a:endParaRPr lang="en-US"/>
          </a:p>
        </p:txBody>
      </p:sp>
      <p:sp>
        <p:nvSpPr>
          <p:cNvPr id="4" name="Footer Placeholder 4"/>
          <p:cNvSpPr>
            <a:spLocks noGrp="1"/>
          </p:cNvSpPr>
          <p:nvPr>
            <p:ph type="ftr" sz="quarter" idx="11"/>
          </p:nvPr>
        </p:nvSpPr>
        <p:spPr/>
        <p:txBody>
          <a:bodyPr/>
          <a:lstStyle/>
          <a:p>
            <a:r>
              <a:rPr lang="en-US" smtClean="0"/>
              <a:t>ARSS IT SOLUTIONS</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422B353-4149-4468-8150-6712E04449C8}" type="datetime1">
              <a:rPr lang="en-US" smtClean="0"/>
            </a:fld>
            <a:endParaRPr lang="en-US"/>
          </a:p>
        </p:txBody>
      </p:sp>
      <p:sp>
        <p:nvSpPr>
          <p:cNvPr id="5" name="Footer Placeholder 4"/>
          <p:cNvSpPr>
            <a:spLocks noGrp="1"/>
          </p:cNvSpPr>
          <p:nvPr>
            <p:ph type="ftr" sz="quarter" idx="11"/>
          </p:nvPr>
        </p:nvSpPr>
        <p:spPr/>
        <p:txBody>
          <a:bodyPr/>
          <a:lstStyle/>
          <a:p>
            <a:r>
              <a:rPr lang="en-US" smtClean="0"/>
              <a:t>ARSS IT SOLUTIONS</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F9B1326B-A217-446E-B943-5B78D5C41E7F}" type="datetime1">
              <a:rPr lang="en-US" smtClean="0"/>
            </a:fld>
            <a:endParaRPr lang="en-US"/>
          </a:p>
        </p:txBody>
      </p:sp>
      <p:sp>
        <p:nvSpPr>
          <p:cNvPr id="5" name="Footer Placeholder 4"/>
          <p:cNvSpPr>
            <a:spLocks noGrp="1"/>
          </p:cNvSpPr>
          <p:nvPr>
            <p:ph type="ftr" sz="quarter" idx="11"/>
          </p:nvPr>
        </p:nvSpPr>
        <p:spPr/>
        <p:txBody>
          <a:bodyPr/>
          <a:lstStyle/>
          <a:p>
            <a:r>
              <a:rPr lang="en-US" smtClean="0"/>
              <a:t>ARSS IT SOLUTIONS</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3">
        <a:schemeClr val="bg2"/>
      </p:bgRef>
    </p:bg>
    <p:spTree>
      <p:nvGrpSpPr>
        <p:cNvPr id="1" name=""/>
        <p:cNvGrpSpPr/>
        <p:nvPr/>
      </p:nvGrpSpPr>
      <p:grpSpPr>
        <a:xfrm>
          <a:off x="0" y="0"/>
          <a:ext cx="0" cy="0"/>
          <a:chOff x="0" y="0"/>
          <a:chExt cx="0" cy="0"/>
        </a:xfrm>
      </p:grpSpPr>
      <p:sp>
        <p:nvSpPr>
          <p:cNvPr id="22" name="Oval 21"/>
          <p:cNvSpPr/>
          <p:nvPr userDrawn="1"/>
        </p:nvSpPr>
        <p:spPr>
          <a:xfrm>
            <a:off x="6449504" y="1447803"/>
            <a:ext cx="511133" cy="3631199"/>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E208683-5197-4FC1-B0E5-2DB626F55175}" type="datetime1">
              <a:rPr lang="en-US" smtClean="0"/>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ctr">
              <a:defRPr sz="1100" b="0" i="0">
                <a:solidFill>
                  <a:schemeClr val="tx1">
                    <a:tint val="75000"/>
                    <a:alpha val="60000"/>
                  </a:schemeClr>
                </a:solidFill>
              </a:defRPr>
            </a:lvl1pPr>
          </a:lstStyle>
          <a:p>
            <a:r>
              <a:rPr lang="en-US" smtClean="0"/>
              <a:t>ARSS IT SOLUTIONS</a:t>
            </a:r>
            <a:endParaRPr lang="en-US" dirty="0"/>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1FF6DA9-008F-8B48-92A6-B652298478BF}" type="slidenum">
              <a:rPr lang="en-US" smtClean="0"/>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9" Type="http://schemas.openxmlformats.org/officeDocument/2006/relationships/image" Target="../media/image13.jpeg"/><Relationship Id="rId8" Type="http://schemas.openxmlformats.org/officeDocument/2006/relationships/image" Target="../media/image12.jpeg"/><Relationship Id="rId7" Type="http://schemas.openxmlformats.org/officeDocument/2006/relationships/image" Target="../media/image11.jpeg"/><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png"/><Relationship Id="rId3" Type="http://schemas.openxmlformats.org/officeDocument/2006/relationships/image" Target="../media/image7.jpeg"/><Relationship Id="rId2" Type="http://schemas.openxmlformats.org/officeDocument/2006/relationships/image" Target="../media/image6.jpeg"/><Relationship Id="rId13" Type="http://schemas.openxmlformats.org/officeDocument/2006/relationships/slideLayout" Target="../slideLayouts/slideLayout2.xml"/><Relationship Id="rId12" Type="http://schemas.openxmlformats.org/officeDocument/2006/relationships/image" Target="../media/image16.jpeg"/><Relationship Id="rId11" Type="http://schemas.openxmlformats.org/officeDocument/2006/relationships/image" Target="../media/image15.jpeg"/><Relationship Id="rId10" Type="http://schemas.openxmlformats.org/officeDocument/2006/relationships/image" Target="../media/image14.jpeg"/><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9" Type="http://schemas.openxmlformats.org/officeDocument/2006/relationships/image" Target="../media/image25.jpeg"/><Relationship Id="rId8" Type="http://schemas.openxmlformats.org/officeDocument/2006/relationships/image" Target="../media/image24.jpeg"/><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0" Type="http://schemas.openxmlformats.org/officeDocument/2006/relationships/slideLayout" Target="../slideLayouts/slideLayout2.xml"/><Relationship Id="rId1"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ARSS IT SOLUTIONS</a:t>
            </a:r>
            <a:endParaRPr lang="en-US" dirty="0"/>
          </a:p>
        </p:txBody>
      </p:sp>
      <p:pic>
        <p:nvPicPr>
          <p:cNvPr id="9" name="Content Placeholder 8" descr="ARSS LOGO.jpeg"/>
          <p:cNvPicPr>
            <a:picLocks noGrp="1" noChangeAspect="1"/>
          </p:cNvPicPr>
          <p:nvPr>
            <p:ph idx="1"/>
          </p:nvPr>
        </p:nvPicPr>
        <p:blipFill>
          <a:blip r:embed="rId1"/>
          <a:stretch>
            <a:fillRect/>
          </a:stretch>
        </p:blipFill>
        <p:spPr>
          <a:xfrm>
            <a:off x="874644" y="1615213"/>
            <a:ext cx="6794655" cy="4706074"/>
          </a:xfrm>
        </p:spPr>
      </p:pic>
      <p:sp>
        <p:nvSpPr>
          <p:cNvPr id="8" name="Footer Placeholder 7"/>
          <p:cNvSpPr>
            <a:spLocks noGrp="1"/>
          </p:cNvSpPr>
          <p:nvPr>
            <p:ph type="ftr" sz="quarter" idx="11"/>
          </p:nvPr>
        </p:nvSpPr>
        <p:spPr/>
        <p:txBody>
          <a:bodyPr/>
          <a:lstStyle/>
          <a:p>
            <a:r>
              <a:rPr lang="en-US" sz="1200" dirty="0" smtClean="0">
                <a:solidFill>
                  <a:schemeClr val="tx1">
                    <a:lumMod val="95000"/>
                  </a:schemeClr>
                </a:solidFill>
              </a:rPr>
              <a:t>           </a:t>
            </a:r>
            <a:r>
              <a:rPr lang="en-US" sz="12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  </a:t>
            </a:r>
            <a:r>
              <a:rPr lang="en-US" sz="16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ARSS IT SOLUTIONS</a:t>
            </a:r>
            <a:endParaRPr lang="en-US" sz="1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cSld>
  <p:clrMapOvr>
    <a:masterClrMapping/>
  </p:clrMapOvr>
  <p:transition spd="slow" advClick="0" advTm="0">
    <p:wipe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Who Are We?</a:t>
            </a:r>
            <a:endParaRPr dirty="0"/>
          </a:p>
        </p:txBody>
      </p:sp>
      <p:sp>
        <p:nvSpPr>
          <p:cNvPr id="3" name="Content Placeholder 2"/>
          <p:cNvSpPr>
            <a:spLocks noGrp="1"/>
          </p:cNvSpPr>
          <p:nvPr>
            <p:ph idx="1"/>
          </p:nvPr>
        </p:nvSpPr>
        <p:spPr>
          <a:xfrm>
            <a:off x="828436" y="2052925"/>
            <a:ext cx="6711654" cy="4195481"/>
          </a:xfrm>
        </p:spPr>
        <p:txBody>
          <a:bodyPr/>
          <a:lstStyle/>
          <a:p>
            <a:r>
              <a:rPr dirty="0"/>
              <a:t>A</a:t>
            </a:r>
            <a:r>
              <a:rPr lang="en-US" dirty="0"/>
              <a:t>n</a:t>
            </a:r>
            <a:r>
              <a:rPr dirty="0"/>
              <a:t> </a:t>
            </a:r>
            <a:r>
              <a:rPr lang="en-IN" dirty="0"/>
              <a:t>excellent </a:t>
            </a:r>
            <a:r>
              <a:rPr dirty="0"/>
              <a:t>provider of data engineering training and career guidance.</a:t>
            </a:r>
            <a:endParaRPr dirty="0"/>
          </a:p>
          <a:p>
            <a:r>
              <a:rPr dirty="0"/>
              <a:t>A team of experienced industry professionals passionate about data and education.</a:t>
            </a:r>
            <a:endParaRPr dirty="0"/>
          </a:p>
          <a:p>
            <a:r>
              <a:rPr dirty="0"/>
              <a:t>Dedicated to empowering individuals with in-demand data engineering skills.</a:t>
            </a:r>
            <a:endParaRPr dirty="0"/>
          </a:p>
          <a:p>
            <a:r>
              <a:rPr dirty="0"/>
              <a:t>Committed to student success with a strong focus on job placement.</a:t>
            </a:r>
            <a:endParaRPr dirty="0"/>
          </a:p>
        </p:txBody>
      </p:sp>
      <p:pic>
        <p:nvPicPr>
          <p:cNvPr id="5" name="Picture 4"/>
          <p:cNvPicPr>
            <a:picLocks noChangeAspect="1"/>
          </p:cNvPicPr>
          <p:nvPr/>
        </p:nvPicPr>
        <p:blipFill>
          <a:blip r:embed="rId1"/>
          <a:stretch>
            <a:fillRect/>
          </a:stretch>
        </p:blipFill>
        <p:spPr>
          <a:xfrm>
            <a:off x="0" y="5004753"/>
            <a:ext cx="3009604" cy="1853247"/>
          </a:xfrm>
          <a:prstGeom prst="rect">
            <a:avLst/>
          </a:prstGeom>
        </p:spPr>
      </p:pic>
      <p:pic>
        <p:nvPicPr>
          <p:cNvPr id="8" name="Picture 7"/>
          <p:cNvPicPr>
            <a:picLocks noChangeAspect="1"/>
          </p:cNvPicPr>
          <p:nvPr/>
        </p:nvPicPr>
        <p:blipFill>
          <a:blip r:embed="rId2"/>
          <a:stretch>
            <a:fillRect/>
          </a:stretch>
        </p:blipFill>
        <p:spPr>
          <a:xfrm>
            <a:off x="4158343" y="4844143"/>
            <a:ext cx="3635828" cy="2013857"/>
          </a:xfrm>
          <a:prstGeom prst="rect">
            <a:avLst/>
          </a:prstGeom>
        </p:spPr>
      </p:pic>
      <p:sp>
        <p:nvSpPr>
          <p:cNvPr id="6" name="Footer Placeholder 5"/>
          <p:cNvSpPr>
            <a:spLocks noGrp="1"/>
          </p:cNvSpPr>
          <p:nvPr>
            <p:ph type="ftr" sz="quarter" idx="11"/>
          </p:nvPr>
        </p:nvSpPr>
        <p:spPr>
          <a:xfrm rot="5400000">
            <a:off x="6329519" y="3149104"/>
            <a:ext cx="3859795" cy="457200"/>
          </a:xfrm>
        </p:spPr>
        <p:txBody>
          <a:bodyPr/>
          <a:lstStyle/>
          <a:p>
            <a:r>
              <a:rPr lang="en-US" sz="1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 </a:t>
            </a:r>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ARSS IT SOLUTIONS</a:t>
            </a:r>
            <a:endPar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mph" presetSubtype="0" nodeType="afterEffect">
                                  <p:stCondLst>
                                    <p:cond delay="0"/>
                                  </p:stCondLst>
                                  <p:iterate type="lt">
                                    <p:tmAbs val="25"/>
                                  </p:iterate>
                                  <p:childTnLst>
                                    <p:set>
                                      <p:cBhvr override="childStyle">
                                        <p:cTn id="6" dur="indefinite"/>
                                        <p:tgtEl>
                                          <p:spTgt spid="3">
                                            <p:txEl>
                                              <p:pRg st="0" end="0"/>
                                            </p:txEl>
                                          </p:spTgt>
                                        </p:tgtEl>
                                        <p:attrNameLst>
                                          <p:attrName>style.fontWeight</p:attrName>
                                        </p:attrNameLst>
                                      </p:cBhvr>
                                      <p:to>
                                        <p:strVal val="bold"/>
                                      </p:to>
                                    </p:set>
                                  </p:childTnLst>
                                </p:cTn>
                              </p:par>
                            </p:childTnLst>
                          </p:cTn>
                        </p:par>
                        <p:par>
                          <p:cTn id="7" fill="hold">
                            <p:stCondLst>
                              <p:cond delay="1774"/>
                            </p:stCondLst>
                            <p:childTnLst>
                              <p:par>
                                <p:cTn id="8" presetID="15" presetClass="emph" presetSubtype="0" nodeType="afterEffect">
                                  <p:stCondLst>
                                    <p:cond delay="0"/>
                                  </p:stCondLst>
                                  <p:iterate type="lt">
                                    <p:tmAbs val="25"/>
                                  </p:iterate>
                                  <p:childTnLst>
                                    <p:set>
                                      <p:cBhvr override="childStyle">
                                        <p:cTn id="9" dur="indefinite"/>
                                        <p:tgtEl>
                                          <p:spTgt spid="3">
                                            <p:txEl>
                                              <p:pRg st="1" end="1"/>
                                            </p:txEl>
                                          </p:spTgt>
                                        </p:tgtEl>
                                        <p:attrNameLst>
                                          <p:attrName>style.fontWeight</p:attrName>
                                        </p:attrNameLst>
                                      </p:cBhvr>
                                      <p:to>
                                        <p:strVal val="bold"/>
                                      </p:to>
                                    </p:set>
                                  </p:childTnLst>
                                </p:cTn>
                              </p:par>
                            </p:childTnLst>
                          </p:cTn>
                        </p:par>
                        <p:par>
                          <p:cTn id="10" fill="hold">
                            <p:stCondLst>
                              <p:cond delay="3800"/>
                            </p:stCondLst>
                            <p:childTnLst>
                              <p:par>
                                <p:cTn id="11" presetID="15" presetClass="emph" presetSubtype="0" nodeType="afterEffect">
                                  <p:stCondLst>
                                    <p:cond delay="0"/>
                                  </p:stCondLst>
                                  <p:iterate type="lt">
                                    <p:tmAbs val="25"/>
                                  </p:iterate>
                                  <p:childTnLst>
                                    <p:set>
                                      <p:cBhvr override="childStyle">
                                        <p:cTn id="12" dur="indefinite"/>
                                        <p:tgtEl>
                                          <p:spTgt spid="3">
                                            <p:txEl>
                                              <p:pRg st="2" end="2"/>
                                            </p:txEl>
                                          </p:spTgt>
                                        </p:tgtEl>
                                        <p:attrNameLst>
                                          <p:attrName>style.fontWeight</p:attrName>
                                        </p:attrNameLst>
                                      </p:cBhvr>
                                      <p:to>
                                        <p:strVal val="bold"/>
                                      </p:to>
                                    </p:set>
                                  </p:childTnLst>
                                </p:cTn>
                              </p:par>
                            </p:childTnLst>
                          </p:cTn>
                        </p:par>
                        <p:par>
                          <p:cTn id="13" fill="hold">
                            <p:stCondLst>
                              <p:cond delay="5675"/>
                            </p:stCondLst>
                            <p:childTnLst>
                              <p:par>
                                <p:cTn id="14" presetID="15" presetClass="emph" presetSubtype="0" nodeType="afterEffect">
                                  <p:stCondLst>
                                    <p:cond delay="0"/>
                                  </p:stCondLst>
                                  <p:iterate type="lt">
                                    <p:tmAbs val="25"/>
                                  </p:iterate>
                                  <p:childTnLst>
                                    <p:set>
                                      <p:cBhvr override="childStyle">
                                        <p:cTn id="15" dur="indefinite"/>
                                        <p:tgtEl>
                                          <p:spTgt spid="3">
                                            <p:txEl>
                                              <p:pRg st="3" end="3"/>
                                            </p:txEl>
                                          </p:spTgt>
                                        </p:tgtEl>
                                        <p:attrNameLst>
                                          <p:attrName>style.fontWeight</p:attrName>
                                        </p:attrNameLst>
                                      </p:cBhvr>
                                      <p:to>
                                        <p:strVal val="bold"/>
                                      </p:to>
                                    </p:set>
                                  </p:childTnLst>
                                </p:cTn>
                              </p:par>
                              <p:par>
                                <p:cTn id="16" presetID="14" presetClass="entr" presetSubtype="1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randombar(horizontal)">
                                      <p:cBhvr>
                                        <p:cTn id="18" dur="5750"/>
                                        <p:tgtEl>
                                          <p:spTgt spid="5"/>
                                        </p:tgtEl>
                                      </p:cBhvr>
                                    </p:animEffect>
                                  </p:childTnLst>
                                </p:cTn>
                              </p:par>
                              <p:par>
                                <p:cTn id="19" presetID="14" presetClass="entr" presetSubtype="10" fill="hold" nodeType="withEffect">
                                  <p:stCondLst>
                                    <p:cond delay="5750"/>
                                  </p:stCondLst>
                                  <p:childTnLst>
                                    <p:set>
                                      <p:cBhvr>
                                        <p:cTn id="20" dur="1" fill="hold">
                                          <p:stCondLst>
                                            <p:cond delay="0"/>
                                          </p:stCondLst>
                                        </p:cTn>
                                        <p:tgtEl>
                                          <p:spTgt spid="8"/>
                                        </p:tgtEl>
                                        <p:attrNameLst>
                                          <p:attrName>style.visibility</p:attrName>
                                        </p:attrNameLst>
                                      </p:cBhvr>
                                      <p:to>
                                        <p:strVal val="visible"/>
                                      </p:to>
                                    </p:set>
                                    <p:animEffect transition="in" filter="randombar(horizontal)">
                                      <p:cBhvr>
                                        <p:cTn id="21" dur="5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We Do?</a:t>
            </a:r>
            <a:endParaRPr dirty="0"/>
          </a:p>
        </p:txBody>
      </p:sp>
      <p:sp>
        <p:nvSpPr>
          <p:cNvPr id="3" name="Content Placeholder 2"/>
          <p:cNvSpPr>
            <a:spLocks noGrp="1"/>
          </p:cNvSpPr>
          <p:nvPr>
            <p:ph idx="1"/>
          </p:nvPr>
        </p:nvSpPr>
        <p:spPr/>
        <p:txBody>
          <a:bodyPr>
            <a:normAutofit/>
          </a:bodyPr>
          <a:lstStyle/>
          <a:p>
            <a:r>
              <a:rPr dirty="0"/>
              <a:t>Offer comprehensive data engineering training programs.</a:t>
            </a:r>
            <a:endParaRPr dirty="0"/>
          </a:p>
          <a:p>
            <a:r>
              <a:rPr dirty="0"/>
              <a:t>Provide in-depth knowledge of core data engineering technologies and tools.</a:t>
            </a:r>
            <a:endParaRPr dirty="0"/>
          </a:p>
          <a:p>
            <a:r>
              <a:rPr dirty="0"/>
              <a:t>Equip students with practical skills through hands-on projects and real-world case studies.</a:t>
            </a:r>
            <a:endParaRPr dirty="0"/>
          </a:p>
          <a:p>
            <a:r>
              <a:rPr dirty="0"/>
              <a:t>Prepare students for the job market through resume building, interview preparation, and job search assistance.</a:t>
            </a:r>
            <a:endParaRPr dirty="0"/>
          </a:p>
          <a:p>
            <a:r>
              <a:rPr dirty="0"/>
              <a:t>Deliver high-quality training with a focus on student success and career growth.</a:t>
            </a:r>
            <a:endParaRPr dirty="0"/>
          </a:p>
        </p:txBody>
      </p:sp>
      <p:sp>
        <p:nvSpPr>
          <p:cNvPr id="4" name="Footer Placeholder 3"/>
          <p:cNvSpPr>
            <a:spLocks noGrp="1"/>
          </p:cNvSpPr>
          <p:nvPr>
            <p:ph type="ftr" sz="quarter" idx="11"/>
          </p:nvPr>
        </p:nvSpPr>
        <p:spPr/>
        <p:txBody>
          <a:bodyPr/>
          <a:lstStyle/>
          <a:p>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ARSS IT SOLUTIONS</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mph" presetSubtype="0" grpId="0" nodeType="withEffect">
                                  <p:stCondLst>
                                    <p:cond delay="0"/>
                                  </p:stCondLst>
                                  <p:iterate type="lt">
                                    <p:tmAbs val="25"/>
                                  </p:iterate>
                                  <p:childTnLst>
                                    <p:set>
                                      <p:cBhvr override="childStyle">
                                        <p:cTn id="6" dur="indefinite"/>
                                        <p:tgtEl>
                                          <p:spTgt spid="2"/>
                                        </p:tgtEl>
                                        <p:attrNameLst>
                                          <p:attrName>style.fontWeight</p:attrName>
                                        </p:attrNameLst>
                                      </p:cBhvr>
                                      <p:to>
                                        <p:strVal val="bold"/>
                                      </p:to>
                                    </p:set>
                                  </p:childTnLst>
                                </p:cTn>
                              </p:par>
                            </p:childTnLst>
                          </p:cTn>
                        </p:par>
                        <p:par>
                          <p:cTn id="7" fill="hold">
                            <p:stCondLst>
                              <p:cond delay="0"/>
                            </p:stCondLst>
                            <p:childTnLst>
                              <p:par>
                                <p:cTn id="8" presetID="15" presetClass="emph" presetSubtype="0" nodeType="afterEffect">
                                  <p:stCondLst>
                                    <p:cond delay="0"/>
                                  </p:stCondLst>
                                  <p:iterate type="lt">
                                    <p:tmAbs val="25"/>
                                  </p:iterate>
                                  <p:childTnLst>
                                    <p:set>
                                      <p:cBhvr override="childStyle">
                                        <p:cTn id="9" dur="indefinite"/>
                                        <p:tgtEl>
                                          <p:spTgt spid="3">
                                            <p:txEl>
                                              <p:pRg st="0" end="0"/>
                                            </p:txEl>
                                          </p:spTgt>
                                        </p:tgtEl>
                                        <p:attrNameLst>
                                          <p:attrName>style.fontWeight</p:attrName>
                                        </p:attrNameLst>
                                      </p:cBhvr>
                                      <p:to>
                                        <p:strVal val="bold"/>
                                      </p:to>
                                    </p:set>
                                  </p:childTnLst>
                                </p:cTn>
                              </p:par>
                            </p:childTnLst>
                          </p:cTn>
                        </p:par>
                        <p:par>
                          <p:cTn id="10" fill="hold">
                            <p:stCondLst>
                              <p:cond delay="1375"/>
                            </p:stCondLst>
                            <p:childTnLst>
                              <p:par>
                                <p:cTn id="11" presetID="15" presetClass="emph" presetSubtype="0" nodeType="afterEffect">
                                  <p:stCondLst>
                                    <p:cond delay="0"/>
                                  </p:stCondLst>
                                  <p:iterate type="lt">
                                    <p:tmAbs val="25"/>
                                  </p:iterate>
                                  <p:childTnLst>
                                    <p:set>
                                      <p:cBhvr override="childStyle">
                                        <p:cTn id="12" dur="indefinite"/>
                                        <p:tgtEl>
                                          <p:spTgt spid="3">
                                            <p:txEl>
                                              <p:pRg st="1" end="1"/>
                                            </p:txEl>
                                          </p:spTgt>
                                        </p:tgtEl>
                                        <p:attrNameLst>
                                          <p:attrName>style.fontWeight</p:attrName>
                                        </p:attrNameLst>
                                      </p:cBhvr>
                                      <p:to>
                                        <p:strVal val="bold"/>
                                      </p:to>
                                    </p:set>
                                  </p:childTnLst>
                                </p:cTn>
                              </p:par>
                            </p:childTnLst>
                          </p:cTn>
                        </p:par>
                        <p:par>
                          <p:cTn id="13" fill="hold">
                            <p:stCondLst>
                              <p:cond delay="3250"/>
                            </p:stCondLst>
                            <p:childTnLst>
                              <p:par>
                                <p:cTn id="14" presetID="15" presetClass="emph" presetSubtype="0" nodeType="afterEffect">
                                  <p:stCondLst>
                                    <p:cond delay="0"/>
                                  </p:stCondLst>
                                  <p:iterate type="lt">
                                    <p:tmAbs val="25"/>
                                  </p:iterate>
                                  <p:childTnLst>
                                    <p:set>
                                      <p:cBhvr override="childStyle">
                                        <p:cTn id="15" dur="indefinite"/>
                                        <p:tgtEl>
                                          <p:spTgt spid="3">
                                            <p:txEl>
                                              <p:pRg st="2" end="2"/>
                                            </p:txEl>
                                          </p:spTgt>
                                        </p:tgtEl>
                                        <p:attrNameLst>
                                          <p:attrName>style.fontWeight</p:attrName>
                                        </p:attrNameLst>
                                      </p:cBhvr>
                                      <p:to>
                                        <p:strVal val="bold"/>
                                      </p:to>
                                    </p:set>
                                  </p:childTnLst>
                                </p:cTn>
                              </p:par>
                            </p:childTnLst>
                          </p:cTn>
                        </p:par>
                        <p:par>
                          <p:cTn id="16" fill="hold">
                            <p:stCondLst>
                              <p:cond delay="5525"/>
                            </p:stCondLst>
                            <p:childTnLst>
                              <p:par>
                                <p:cTn id="17" presetID="15" presetClass="emph" presetSubtype="0" nodeType="afterEffect">
                                  <p:stCondLst>
                                    <p:cond delay="0"/>
                                  </p:stCondLst>
                                  <p:iterate type="lt">
                                    <p:tmAbs val="25"/>
                                  </p:iterate>
                                  <p:childTnLst>
                                    <p:set>
                                      <p:cBhvr override="childStyle">
                                        <p:cTn id="18" dur="indefinite"/>
                                        <p:tgtEl>
                                          <p:spTgt spid="3">
                                            <p:txEl>
                                              <p:pRg st="3" end="3"/>
                                            </p:txEl>
                                          </p:spTgt>
                                        </p:tgtEl>
                                        <p:attrNameLst>
                                          <p:attrName>style.fontWeight</p:attrName>
                                        </p:attrNameLst>
                                      </p:cBhvr>
                                      <p:to>
                                        <p:strVal val="bold"/>
                                      </p:to>
                                    </p:set>
                                  </p:childTnLst>
                                </p:cTn>
                              </p:par>
                            </p:childTnLst>
                          </p:cTn>
                        </p:par>
                        <p:par>
                          <p:cTn id="19" fill="hold">
                            <p:stCondLst>
                              <p:cond delay="8274"/>
                            </p:stCondLst>
                            <p:childTnLst>
                              <p:par>
                                <p:cTn id="20" presetID="15" presetClass="emph" presetSubtype="0" nodeType="afterEffect">
                                  <p:stCondLst>
                                    <p:cond delay="0"/>
                                  </p:stCondLst>
                                  <p:iterate type="lt">
                                    <p:tmAbs val="25"/>
                                  </p:iterate>
                                  <p:childTnLst>
                                    <p:set>
                                      <p:cBhvr override="childStyle">
                                        <p:cTn id="21" dur="indefinite"/>
                                        <p:tgtEl>
                                          <p:spTgt spid="3">
                                            <p:txEl>
                                              <p:pRg st="4" end="4"/>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How Many Batches We Have Completed Successfully?</a:t>
            </a:r>
            <a:endParaRPr dirty="0"/>
          </a:p>
        </p:txBody>
      </p:sp>
      <p:sp>
        <p:nvSpPr>
          <p:cNvPr id="3" name="Content Placeholder 2"/>
          <p:cNvSpPr>
            <a:spLocks noGrp="1"/>
          </p:cNvSpPr>
          <p:nvPr>
            <p:ph idx="1"/>
          </p:nvPr>
        </p:nvSpPr>
        <p:spPr/>
        <p:txBody>
          <a:bodyPr>
            <a:normAutofit/>
          </a:bodyPr>
          <a:lstStyle/>
          <a:p>
            <a:r>
              <a:rPr dirty="0"/>
              <a:t>We have successfully facilitated career transitions for over </a:t>
            </a:r>
            <a:r>
              <a:rPr lang="en-IN" dirty="0"/>
              <a:t>200+ </a:t>
            </a:r>
            <a:r>
              <a:rPr dirty="0"/>
              <a:t>professionals, showcasing our significant impact on the careers of many individuals.</a:t>
            </a:r>
            <a:endParaRPr dirty="0"/>
          </a:p>
          <a:p>
            <a:r>
              <a:rPr dirty="0"/>
              <a:t>Many of our students have been placed in companies like TCS, Virtusa, Accenture, Genpact, IBM, Amazon, Randstad, NetApp, Granicus, PayPal, HCL, Cognizant, Capgemini, Infosys, CGI, Sonata, Bank of America, Nokia, Mindtree, L&amp;T.</a:t>
            </a:r>
            <a:endParaRPr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89702" y="5088808"/>
            <a:ext cx="660605" cy="66060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8614" y="5088808"/>
            <a:ext cx="990908" cy="66060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9927" y="5088808"/>
            <a:ext cx="980959" cy="660605"/>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2863" y="5088808"/>
            <a:ext cx="732770" cy="660605"/>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77580" y="5053420"/>
            <a:ext cx="808920" cy="695993"/>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46188" y="5036448"/>
            <a:ext cx="732770" cy="712965"/>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32949" y="5012600"/>
            <a:ext cx="736813" cy="736813"/>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26457" y="5896095"/>
            <a:ext cx="1355983" cy="620458"/>
          </a:xfrm>
          <a:prstGeom prst="rect">
            <a:avLst/>
          </a:prstGeom>
          <a:noFill/>
          <a:extLst>
            <a:ext uri="{909E8E84-426E-40DD-AFC4-6F175D3DCCD1}">
              <a14:hiddenFill xmlns:a14="http://schemas.microsoft.com/office/drawing/2010/main">
                <a:solidFill>
                  <a:srgbClr val="FFFFFF"/>
                </a:solidFill>
              </a14:hiddenFill>
            </a:ext>
          </a:extLst>
        </p:spPr>
      </p:pic>
      <p:pic>
        <p:nvPicPr>
          <p:cNvPr id="2074" name="Picture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65906" y="5927842"/>
            <a:ext cx="1093885" cy="601808"/>
          </a:xfrm>
          <a:prstGeom prst="rect">
            <a:avLst/>
          </a:prstGeom>
          <a:noFill/>
          <a:extLst>
            <a:ext uri="{909E8E84-426E-40DD-AFC4-6F175D3DCCD1}">
              <a14:hiddenFill xmlns:a14="http://schemas.microsoft.com/office/drawing/2010/main">
                <a:solidFill>
                  <a:srgbClr val="FFFFFF"/>
                </a:solidFill>
              </a14:hiddenFill>
            </a:ext>
          </a:extLst>
        </p:spPr>
      </p:pic>
      <p:pic>
        <p:nvPicPr>
          <p:cNvPr id="2076" name="Picture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43257" y="5896095"/>
            <a:ext cx="902711" cy="601808"/>
          </a:xfrm>
          <a:prstGeom prst="rect">
            <a:avLst/>
          </a:prstGeom>
          <a:noFill/>
          <a:extLst>
            <a:ext uri="{909E8E84-426E-40DD-AFC4-6F175D3DCCD1}">
              <a14:hiddenFill xmlns:a14="http://schemas.microsoft.com/office/drawing/2010/main">
                <a:solidFill>
                  <a:srgbClr val="FFFFFF"/>
                </a:solidFill>
              </a14:hiddenFill>
            </a:ext>
          </a:extLst>
        </p:spPr>
      </p:pic>
      <p:pic>
        <p:nvPicPr>
          <p:cNvPr id="2078" name="Picture 3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41013" y="5886935"/>
            <a:ext cx="786194" cy="591308"/>
          </a:xfrm>
          <a:prstGeom prst="rect">
            <a:avLst/>
          </a:prstGeom>
          <a:noFill/>
          <a:extLst>
            <a:ext uri="{909E8E84-426E-40DD-AFC4-6F175D3DCCD1}">
              <a14:hiddenFill xmlns:a14="http://schemas.microsoft.com/office/drawing/2010/main">
                <a:solidFill>
                  <a:srgbClr val="FFFFFF"/>
                </a:solidFill>
              </a14:hiddenFill>
            </a:ext>
          </a:extLst>
        </p:spPr>
      </p:pic>
      <p:pic>
        <p:nvPicPr>
          <p:cNvPr id="2080" name="Picture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66995" y="5876435"/>
            <a:ext cx="1069881" cy="601808"/>
          </a:xfrm>
          <a:prstGeom prst="rect">
            <a:avLst/>
          </a:prstGeom>
          <a:noFill/>
          <a:extLst>
            <a:ext uri="{909E8E84-426E-40DD-AFC4-6F175D3DCCD1}">
              <a14:hiddenFill xmlns:a14="http://schemas.microsoft.com/office/drawing/2010/main">
                <a:solidFill>
                  <a:srgbClr val="FFFFFF"/>
                </a:solidFill>
              </a14:hiddenFill>
            </a:ext>
          </a:extLst>
        </p:spPr>
      </p:pic>
      <p:sp>
        <p:nvSpPr>
          <p:cNvPr id="16" name="Footer Placeholder 15"/>
          <p:cNvSpPr>
            <a:spLocks noGrp="1"/>
          </p:cNvSpPr>
          <p:nvPr>
            <p:ph type="ftr" sz="quarter" idx="11"/>
          </p:nvPr>
        </p:nvSpPr>
        <p:spPr/>
        <p:txBody>
          <a:bodyPr/>
          <a:lstStyle/>
          <a:p>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ARSS IT SOLUTIONS</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mph" presetSubtype="0" grpId="0" nodeType="withEffect">
                                  <p:stCondLst>
                                    <p:cond delay="0"/>
                                  </p:stCondLst>
                                  <p:iterate type="lt">
                                    <p:tmAbs val="25"/>
                                  </p:iterate>
                                  <p:childTnLst>
                                    <p:set>
                                      <p:cBhvr override="childStyle">
                                        <p:cTn id="6" dur="indefinite"/>
                                        <p:tgtEl>
                                          <p:spTgt spid="2"/>
                                        </p:tgtEl>
                                        <p:attrNameLst>
                                          <p:attrName>style.fontWeight</p:attrName>
                                        </p:attrNameLst>
                                      </p:cBhvr>
                                      <p:to>
                                        <p:strVal val="bold"/>
                                      </p:to>
                                    </p:set>
                                  </p:childTnLst>
                                </p:cTn>
                              </p:par>
                            </p:childTnLst>
                          </p:cTn>
                        </p:par>
                        <p:par>
                          <p:cTn id="7" fill="hold">
                            <p:stCondLst>
                              <p:cond delay="0"/>
                            </p:stCondLst>
                            <p:childTnLst>
                              <p:par>
                                <p:cTn id="8" presetID="15" presetClass="emph" presetSubtype="0" nodeType="afterEffect">
                                  <p:stCondLst>
                                    <p:cond delay="0"/>
                                  </p:stCondLst>
                                  <p:iterate type="lt">
                                    <p:tmAbs val="25"/>
                                  </p:iterate>
                                  <p:childTnLst>
                                    <p:set>
                                      <p:cBhvr override="childStyle">
                                        <p:cTn id="9" dur="indefinite"/>
                                        <p:tgtEl>
                                          <p:spTgt spid="3">
                                            <p:txEl>
                                              <p:pRg st="0" end="0"/>
                                            </p:txEl>
                                          </p:spTgt>
                                        </p:tgtEl>
                                        <p:attrNameLst>
                                          <p:attrName>style.fontWeight</p:attrName>
                                        </p:attrNameLst>
                                      </p:cBhvr>
                                      <p:to>
                                        <p:strVal val="bold"/>
                                      </p:to>
                                    </p:set>
                                  </p:childTnLst>
                                </p:cTn>
                              </p:par>
                            </p:childTnLst>
                          </p:cTn>
                        </p:par>
                        <p:par>
                          <p:cTn id="10" fill="hold">
                            <p:stCondLst>
                              <p:cond delay="3750"/>
                            </p:stCondLst>
                            <p:childTnLst>
                              <p:par>
                                <p:cTn id="11" presetID="15" presetClass="emph" presetSubtype="0" nodeType="afterEffect">
                                  <p:stCondLst>
                                    <p:cond delay="0"/>
                                  </p:stCondLst>
                                  <p:iterate type="lt">
                                    <p:tmAbs val="25"/>
                                  </p:iterate>
                                  <p:childTnLst>
                                    <p:set>
                                      <p:cBhvr override="childStyle">
                                        <p:cTn id="12" dur="indefinite"/>
                                        <p:tgtEl>
                                          <p:spTgt spid="3">
                                            <p:txEl>
                                              <p:pRg st="1" end="1"/>
                                            </p:txEl>
                                          </p:spTgt>
                                        </p:tgtEl>
                                        <p:attrNameLst>
                                          <p:attrName>style.fontWeight</p:attrName>
                                        </p:attrNameLst>
                                      </p:cBhvr>
                                      <p:to>
                                        <p:strVal val="bold"/>
                                      </p:to>
                                    </p:set>
                                  </p:childTnLst>
                                </p:cTn>
                              </p:par>
                              <p:par>
                                <p:cTn id="13" presetID="2" presetClass="entr" presetSubtype="4" fill="hold" nodeType="withEffect">
                                  <p:stCondLst>
                                    <p:cond delay="1250"/>
                                  </p:stCondLst>
                                  <p:childTnLst>
                                    <p:set>
                                      <p:cBhvr>
                                        <p:cTn id="14" dur="1" fill="hold">
                                          <p:stCondLst>
                                            <p:cond delay="0"/>
                                          </p:stCondLst>
                                        </p:cTn>
                                        <p:tgtEl>
                                          <p:spTgt spid="2050"/>
                                        </p:tgtEl>
                                        <p:attrNameLst>
                                          <p:attrName>style.visibility</p:attrName>
                                        </p:attrNameLst>
                                      </p:cBhvr>
                                      <p:to>
                                        <p:strVal val="visible"/>
                                      </p:to>
                                    </p:set>
                                    <p:anim calcmode="lin" valueType="num">
                                      <p:cBhvr additive="base">
                                        <p:cTn id="15" dur="500" fill="hold"/>
                                        <p:tgtEl>
                                          <p:spTgt spid="2050"/>
                                        </p:tgtEl>
                                        <p:attrNameLst>
                                          <p:attrName>ppt_x</p:attrName>
                                        </p:attrNameLst>
                                      </p:cBhvr>
                                      <p:tavLst>
                                        <p:tav tm="0">
                                          <p:val>
                                            <p:strVal val="#ppt_x"/>
                                          </p:val>
                                        </p:tav>
                                        <p:tav tm="100000">
                                          <p:val>
                                            <p:strVal val="#ppt_x"/>
                                          </p:val>
                                        </p:tav>
                                      </p:tavLst>
                                    </p:anim>
                                    <p:anim calcmode="lin" valueType="num">
                                      <p:cBhvr additive="base">
                                        <p:cTn id="16" dur="500" fill="hold"/>
                                        <p:tgtEl>
                                          <p:spTgt spid="205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500"/>
                                  </p:stCondLst>
                                  <p:childTnLst>
                                    <p:set>
                                      <p:cBhvr>
                                        <p:cTn id="18" dur="1" fill="hold">
                                          <p:stCondLst>
                                            <p:cond delay="0"/>
                                          </p:stCondLst>
                                        </p:cTn>
                                        <p:tgtEl>
                                          <p:spTgt spid="2052"/>
                                        </p:tgtEl>
                                        <p:attrNameLst>
                                          <p:attrName>style.visibility</p:attrName>
                                        </p:attrNameLst>
                                      </p:cBhvr>
                                      <p:to>
                                        <p:strVal val="visible"/>
                                      </p:to>
                                    </p:set>
                                    <p:anim calcmode="lin" valueType="num">
                                      <p:cBhvr additive="base">
                                        <p:cTn id="19" dur="1500" fill="hold"/>
                                        <p:tgtEl>
                                          <p:spTgt spid="2052"/>
                                        </p:tgtEl>
                                        <p:attrNameLst>
                                          <p:attrName>ppt_x</p:attrName>
                                        </p:attrNameLst>
                                      </p:cBhvr>
                                      <p:tavLst>
                                        <p:tav tm="0">
                                          <p:val>
                                            <p:strVal val="#ppt_x"/>
                                          </p:val>
                                        </p:tav>
                                        <p:tav tm="100000">
                                          <p:val>
                                            <p:strVal val="#ppt_x"/>
                                          </p:val>
                                        </p:tav>
                                      </p:tavLst>
                                    </p:anim>
                                    <p:anim calcmode="lin" valueType="num">
                                      <p:cBhvr additive="base">
                                        <p:cTn id="20" dur="1500" fill="hold"/>
                                        <p:tgtEl>
                                          <p:spTgt spid="2052"/>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750"/>
                                  </p:stCondLst>
                                  <p:childTnLst>
                                    <p:set>
                                      <p:cBhvr>
                                        <p:cTn id="22" dur="1" fill="hold">
                                          <p:stCondLst>
                                            <p:cond delay="0"/>
                                          </p:stCondLst>
                                        </p:cTn>
                                        <p:tgtEl>
                                          <p:spTgt spid="2056"/>
                                        </p:tgtEl>
                                        <p:attrNameLst>
                                          <p:attrName>style.visibility</p:attrName>
                                        </p:attrNameLst>
                                      </p:cBhvr>
                                      <p:to>
                                        <p:strVal val="visible"/>
                                      </p:to>
                                    </p:set>
                                    <p:anim calcmode="lin" valueType="num">
                                      <p:cBhvr additive="base">
                                        <p:cTn id="23" dur="1500" fill="hold"/>
                                        <p:tgtEl>
                                          <p:spTgt spid="2056"/>
                                        </p:tgtEl>
                                        <p:attrNameLst>
                                          <p:attrName>ppt_x</p:attrName>
                                        </p:attrNameLst>
                                      </p:cBhvr>
                                      <p:tavLst>
                                        <p:tav tm="0">
                                          <p:val>
                                            <p:strVal val="#ppt_x"/>
                                          </p:val>
                                        </p:tav>
                                        <p:tav tm="100000">
                                          <p:val>
                                            <p:strVal val="#ppt_x"/>
                                          </p:val>
                                        </p:tav>
                                      </p:tavLst>
                                    </p:anim>
                                    <p:anim calcmode="lin" valueType="num">
                                      <p:cBhvr additive="base">
                                        <p:cTn id="24" dur="1500" fill="hold"/>
                                        <p:tgtEl>
                                          <p:spTgt spid="2056"/>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1000"/>
                                  </p:stCondLst>
                                  <p:childTnLst>
                                    <p:set>
                                      <p:cBhvr>
                                        <p:cTn id="26" dur="1" fill="hold">
                                          <p:stCondLst>
                                            <p:cond delay="0"/>
                                          </p:stCondLst>
                                        </p:cTn>
                                        <p:tgtEl>
                                          <p:spTgt spid="2060"/>
                                        </p:tgtEl>
                                        <p:attrNameLst>
                                          <p:attrName>style.visibility</p:attrName>
                                        </p:attrNameLst>
                                      </p:cBhvr>
                                      <p:to>
                                        <p:strVal val="visible"/>
                                      </p:to>
                                    </p:set>
                                    <p:anim calcmode="lin" valueType="num">
                                      <p:cBhvr additive="base">
                                        <p:cTn id="27" dur="1250" fill="hold"/>
                                        <p:tgtEl>
                                          <p:spTgt spid="2060"/>
                                        </p:tgtEl>
                                        <p:attrNameLst>
                                          <p:attrName>ppt_x</p:attrName>
                                        </p:attrNameLst>
                                      </p:cBhvr>
                                      <p:tavLst>
                                        <p:tav tm="0">
                                          <p:val>
                                            <p:strVal val="#ppt_x"/>
                                          </p:val>
                                        </p:tav>
                                        <p:tav tm="100000">
                                          <p:val>
                                            <p:strVal val="#ppt_x"/>
                                          </p:val>
                                        </p:tav>
                                      </p:tavLst>
                                    </p:anim>
                                    <p:anim calcmode="lin" valueType="num">
                                      <p:cBhvr additive="base">
                                        <p:cTn id="28" dur="1250" fill="hold"/>
                                        <p:tgtEl>
                                          <p:spTgt spid="2060"/>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1250"/>
                                  </p:stCondLst>
                                  <p:childTnLst>
                                    <p:set>
                                      <p:cBhvr>
                                        <p:cTn id="30" dur="1" fill="hold">
                                          <p:stCondLst>
                                            <p:cond delay="0"/>
                                          </p:stCondLst>
                                        </p:cTn>
                                        <p:tgtEl>
                                          <p:spTgt spid="2064"/>
                                        </p:tgtEl>
                                        <p:attrNameLst>
                                          <p:attrName>style.visibility</p:attrName>
                                        </p:attrNameLst>
                                      </p:cBhvr>
                                      <p:to>
                                        <p:strVal val="visible"/>
                                      </p:to>
                                    </p:set>
                                    <p:anim calcmode="lin" valueType="num">
                                      <p:cBhvr additive="base">
                                        <p:cTn id="31" dur="1250" fill="hold"/>
                                        <p:tgtEl>
                                          <p:spTgt spid="2064"/>
                                        </p:tgtEl>
                                        <p:attrNameLst>
                                          <p:attrName>ppt_x</p:attrName>
                                        </p:attrNameLst>
                                      </p:cBhvr>
                                      <p:tavLst>
                                        <p:tav tm="0">
                                          <p:val>
                                            <p:strVal val="#ppt_x"/>
                                          </p:val>
                                        </p:tav>
                                        <p:tav tm="100000">
                                          <p:val>
                                            <p:strVal val="#ppt_x"/>
                                          </p:val>
                                        </p:tav>
                                      </p:tavLst>
                                    </p:anim>
                                    <p:anim calcmode="lin" valueType="num">
                                      <p:cBhvr additive="base">
                                        <p:cTn id="32" dur="1250" fill="hold"/>
                                        <p:tgtEl>
                                          <p:spTgt spid="2064"/>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1500"/>
                                  </p:stCondLst>
                                  <p:childTnLst>
                                    <p:set>
                                      <p:cBhvr>
                                        <p:cTn id="34" dur="1" fill="hold">
                                          <p:stCondLst>
                                            <p:cond delay="0"/>
                                          </p:stCondLst>
                                        </p:cTn>
                                        <p:tgtEl>
                                          <p:spTgt spid="2066"/>
                                        </p:tgtEl>
                                        <p:attrNameLst>
                                          <p:attrName>style.visibility</p:attrName>
                                        </p:attrNameLst>
                                      </p:cBhvr>
                                      <p:to>
                                        <p:strVal val="visible"/>
                                      </p:to>
                                    </p:set>
                                    <p:anim calcmode="lin" valueType="num">
                                      <p:cBhvr additive="base">
                                        <p:cTn id="35" dur="1500" fill="hold"/>
                                        <p:tgtEl>
                                          <p:spTgt spid="2066"/>
                                        </p:tgtEl>
                                        <p:attrNameLst>
                                          <p:attrName>ppt_x</p:attrName>
                                        </p:attrNameLst>
                                      </p:cBhvr>
                                      <p:tavLst>
                                        <p:tav tm="0">
                                          <p:val>
                                            <p:strVal val="#ppt_x"/>
                                          </p:val>
                                        </p:tav>
                                        <p:tav tm="100000">
                                          <p:val>
                                            <p:strVal val="#ppt_x"/>
                                          </p:val>
                                        </p:tav>
                                      </p:tavLst>
                                    </p:anim>
                                    <p:anim calcmode="lin" valueType="num">
                                      <p:cBhvr additive="base">
                                        <p:cTn id="36" dur="1500" fill="hold"/>
                                        <p:tgtEl>
                                          <p:spTgt spid="2066"/>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1750"/>
                                  </p:stCondLst>
                                  <p:childTnLst>
                                    <p:set>
                                      <p:cBhvr>
                                        <p:cTn id="38" dur="1" fill="hold">
                                          <p:stCondLst>
                                            <p:cond delay="0"/>
                                          </p:stCondLst>
                                        </p:cTn>
                                        <p:tgtEl>
                                          <p:spTgt spid="2068"/>
                                        </p:tgtEl>
                                        <p:attrNameLst>
                                          <p:attrName>style.visibility</p:attrName>
                                        </p:attrNameLst>
                                      </p:cBhvr>
                                      <p:to>
                                        <p:strVal val="visible"/>
                                      </p:to>
                                    </p:set>
                                    <p:anim calcmode="lin" valueType="num">
                                      <p:cBhvr additive="base">
                                        <p:cTn id="39" dur="1500" fill="hold"/>
                                        <p:tgtEl>
                                          <p:spTgt spid="2068"/>
                                        </p:tgtEl>
                                        <p:attrNameLst>
                                          <p:attrName>ppt_x</p:attrName>
                                        </p:attrNameLst>
                                      </p:cBhvr>
                                      <p:tavLst>
                                        <p:tav tm="0">
                                          <p:val>
                                            <p:strVal val="#ppt_x"/>
                                          </p:val>
                                        </p:tav>
                                        <p:tav tm="100000">
                                          <p:val>
                                            <p:strVal val="#ppt_x"/>
                                          </p:val>
                                        </p:tav>
                                      </p:tavLst>
                                    </p:anim>
                                    <p:anim calcmode="lin" valueType="num">
                                      <p:cBhvr additive="base">
                                        <p:cTn id="40" dur="1500" fill="hold"/>
                                        <p:tgtEl>
                                          <p:spTgt spid="2068"/>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2000"/>
                                  </p:stCondLst>
                                  <p:childTnLst>
                                    <p:set>
                                      <p:cBhvr>
                                        <p:cTn id="42" dur="1" fill="hold">
                                          <p:stCondLst>
                                            <p:cond delay="0"/>
                                          </p:stCondLst>
                                        </p:cTn>
                                        <p:tgtEl>
                                          <p:spTgt spid="2070"/>
                                        </p:tgtEl>
                                        <p:attrNameLst>
                                          <p:attrName>style.visibility</p:attrName>
                                        </p:attrNameLst>
                                      </p:cBhvr>
                                      <p:to>
                                        <p:strVal val="visible"/>
                                      </p:to>
                                    </p:set>
                                    <p:anim calcmode="lin" valueType="num">
                                      <p:cBhvr additive="base">
                                        <p:cTn id="43" dur="1500" fill="hold"/>
                                        <p:tgtEl>
                                          <p:spTgt spid="2070"/>
                                        </p:tgtEl>
                                        <p:attrNameLst>
                                          <p:attrName>ppt_x</p:attrName>
                                        </p:attrNameLst>
                                      </p:cBhvr>
                                      <p:tavLst>
                                        <p:tav tm="0">
                                          <p:val>
                                            <p:strVal val="#ppt_x"/>
                                          </p:val>
                                        </p:tav>
                                        <p:tav tm="100000">
                                          <p:val>
                                            <p:strVal val="#ppt_x"/>
                                          </p:val>
                                        </p:tav>
                                      </p:tavLst>
                                    </p:anim>
                                    <p:anim calcmode="lin" valueType="num">
                                      <p:cBhvr additive="base">
                                        <p:cTn id="44" dur="1500" fill="hold"/>
                                        <p:tgtEl>
                                          <p:spTgt spid="2070"/>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2250"/>
                                  </p:stCondLst>
                                  <p:childTnLst>
                                    <p:set>
                                      <p:cBhvr>
                                        <p:cTn id="46" dur="1" fill="hold">
                                          <p:stCondLst>
                                            <p:cond delay="0"/>
                                          </p:stCondLst>
                                        </p:cTn>
                                        <p:tgtEl>
                                          <p:spTgt spid="2074"/>
                                        </p:tgtEl>
                                        <p:attrNameLst>
                                          <p:attrName>style.visibility</p:attrName>
                                        </p:attrNameLst>
                                      </p:cBhvr>
                                      <p:to>
                                        <p:strVal val="visible"/>
                                      </p:to>
                                    </p:set>
                                    <p:anim calcmode="lin" valueType="num">
                                      <p:cBhvr additive="base">
                                        <p:cTn id="47" dur="1500" fill="hold"/>
                                        <p:tgtEl>
                                          <p:spTgt spid="2074"/>
                                        </p:tgtEl>
                                        <p:attrNameLst>
                                          <p:attrName>ppt_x</p:attrName>
                                        </p:attrNameLst>
                                      </p:cBhvr>
                                      <p:tavLst>
                                        <p:tav tm="0">
                                          <p:val>
                                            <p:strVal val="#ppt_x"/>
                                          </p:val>
                                        </p:tav>
                                        <p:tav tm="100000">
                                          <p:val>
                                            <p:strVal val="#ppt_x"/>
                                          </p:val>
                                        </p:tav>
                                      </p:tavLst>
                                    </p:anim>
                                    <p:anim calcmode="lin" valueType="num">
                                      <p:cBhvr additive="base">
                                        <p:cTn id="48" dur="1500" fill="hold"/>
                                        <p:tgtEl>
                                          <p:spTgt spid="2074"/>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2500"/>
                                  </p:stCondLst>
                                  <p:childTnLst>
                                    <p:set>
                                      <p:cBhvr>
                                        <p:cTn id="50" dur="1" fill="hold">
                                          <p:stCondLst>
                                            <p:cond delay="0"/>
                                          </p:stCondLst>
                                        </p:cTn>
                                        <p:tgtEl>
                                          <p:spTgt spid="2076"/>
                                        </p:tgtEl>
                                        <p:attrNameLst>
                                          <p:attrName>style.visibility</p:attrName>
                                        </p:attrNameLst>
                                      </p:cBhvr>
                                      <p:to>
                                        <p:strVal val="visible"/>
                                      </p:to>
                                    </p:set>
                                    <p:anim calcmode="lin" valueType="num">
                                      <p:cBhvr additive="base">
                                        <p:cTn id="51" dur="500" fill="hold"/>
                                        <p:tgtEl>
                                          <p:spTgt spid="2076"/>
                                        </p:tgtEl>
                                        <p:attrNameLst>
                                          <p:attrName>ppt_x</p:attrName>
                                        </p:attrNameLst>
                                      </p:cBhvr>
                                      <p:tavLst>
                                        <p:tav tm="0">
                                          <p:val>
                                            <p:strVal val="#ppt_x"/>
                                          </p:val>
                                        </p:tav>
                                        <p:tav tm="100000">
                                          <p:val>
                                            <p:strVal val="#ppt_x"/>
                                          </p:val>
                                        </p:tav>
                                      </p:tavLst>
                                    </p:anim>
                                    <p:anim calcmode="lin" valueType="num">
                                      <p:cBhvr additive="base">
                                        <p:cTn id="52" dur="500" fill="hold"/>
                                        <p:tgtEl>
                                          <p:spTgt spid="2076"/>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3000"/>
                                  </p:stCondLst>
                                  <p:childTnLst>
                                    <p:set>
                                      <p:cBhvr>
                                        <p:cTn id="54" dur="1" fill="hold">
                                          <p:stCondLst>
                                            <p:cond delay="0"/>
                                          </p:stCondLst>
                                        </p:cTn>
                                        <p:tgtEl>
                                          <p:spTgt spid="2078"/>
                                        </p:tgtEl>
                                        <p:attrNameLst>
                                          <p:attrName>style.visibility</p:attrName>
                                        </p:attrNameLst>
                                      </p:cBhvr>
                                      <p:to>
                                        <p:strVal val="visible"/>
                                      </p:to>
                                    </p:set>
                                    <p:anim calcmode="lin" valueType="num">
                                      <p:cBhvr additive="base">
                                        <p:cTn id="55" dur="1500" fill="hold"/>
                                        <p:tgtEl>
                                          <p:spTgt spid="2078"/>
                                        </p:tgtEl>
                                        <p:attrNameLst>
                                          <p:attrName>ppt_x</p:attrName>
                                        </p:attrNameLst>
                                      </p:cBhvr>
                                      <p:tavLst>
                                        <p:tav tm="0">
                                          <p:val>
                                            <p:strVal val="#ppt_x"/>
                                          </p:val>
                                        </p:tav>
                                        <p:tav tm="100000">
                                          <p:val>
                                            <p:strVal val="#ppt_x"/>
                                          </p:val>
                                        </p:tav>
                                      </p:tavLst>
                                    </p:anim>
                                    <p:anim calcmode="lin" valueType="num">
                                      <p:cBhvr additive="base">
                                        <p:cTn id="56" dur="1500" fill="hold"/>
                                        <p:tgtEl>
                                          <p:spTgt spid="2078"/>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3250"/>
                                  </p:stCondLst>
                                  <p:childTnLst>
                                    <p:set>
                                      <p:cBhvr>
                                        <p:cTn id="58" dur="1" fill="hold">
                                          <p:stCondLst>
                                            <p:cond delay="0"/>
                                          </p:stCondLst>
                                        </p:cTn>
                                        <p:tgtEl>
                                          <p:spTgt spid="2080"/>
                                        </p:tgtEl>
                                        <p:attrNameLst>
                                          <p:attrName>style.visibility</p:attrName>
                                        </p:attrNameLst>
                                      </p:cBhvr>
                                      <p:to>
                                        <p:strVal val="visible"/>
                                      </p:to>
                                    </p:set>
                                    <p:anim calcmode="lin" valueType="num">
                                      <p:cBhvr additive="base">
                                        <p:cTn id="59" dur="1500" fill="hold"/>
                                        <p:tgtEl>
                                          <p:spTgt spid="2080"/>
                                        </p:tgtEl>
                                        <p:attrNameLst>
                                          <p:attrName>ppt_x</p:attrName>
                                        </p:attrNameLst>
                                      </p:cBhvr>
                                      <p:tavLst>
                                        <p:tav tm="0">
                                          <p:val>
                                            <p:strVal val="#ppt_x"/>
                                          </p:val>
                                        </p:tav>
                                        <p:tav tm="100000">
                                          <p:val>
                                            <p:strVal val="#ppt_x"/>
                                          </p:val>
                                        </p:tav>
                                      </p:tavLst>
                                    </p:anim>
                                    <p:anim calcmode="lin" valueType="num">
                                      <p:cBhvr additive="base">
                                        <p:cTn id="60" dur="1500" fill="hold"/>
                                        <p:tgtEl>
                                          <p:spTgt spid="20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Course Curriculum</a:t>
            </a:r>
            <a:endParaRPr dirty="0"/>
          </a:p>
        </p:txBody>
      </p:sp>
      <p:sp>
        <p:nvSpPr>
          <p:cNvPr id="3" name="Content Placeholder 2"/>
          <p:cNvSpPr>
            <a:spLocks noGrp="1"/>
          </p:cNvSpPr>
          <p:nvPr>
            <p:ph idx="1"/>
          </p:nvPr>
        </p:nvSpPr>
        <p:spPr/>
        <p:txBody>
          <a:bodyPr/>
          <a:lstStyle/>
          <a:p>
            <a:r>
              <a:rPr dirty="0"/>
              <a:t>Cloud, SQL, Python, Snowflake, Redshift, Kafka, Spark, Hadoop.</a:t>
            </a:r>
            <a:endParaRPr dirty="0"/>
          </a:p>
          <a:p>
            <a:r>
              <a:rPr dirty="0"/>
              <a:t>Jira, ServiceNow, Confluence, GitHub, Bitbucket, Hive, Sqoop, NoSQL, Data Pipelines, Databricks.</a:t>
            </a:r>
            <a:endParaRPr lang="en-IN" dirty="0"/>
          </a:p>
          <a:p>
            <a:r>
              <a:rPr lang="en-IN" dirty="0"/>
              <a:t>AWS, Microsoft Azure, GCP &amp; Snowflake</a:t>
            </a:r>
            <a:endParaRPr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93251" y="4257367"/>
            <a:ext cx="1092865" cy="8455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3265" y="4257367"/>
            <a:ext cx="927812" cy="92781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2555" y="4175129"/>
            <a:ext cx="1649445" cy="92781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2778" y="3388342"/>
            <a:ext cx="2364652" cy="236465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8245" y="5212579"/>
            <a:ext cx="2255192" cy="924079"/>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17714" y="5253031"/>
            <a:ext cx="1558870" cy="957514"/>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02176" y="4037480"/>
            <a:ext cx="2179671" cy="1147700"/>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04182" y="5260002"/>
            <a:ext cx="1834513" cy="102232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9"/>
          <a:stretch>
            <a:fillRect/>
          </a:stretch>
        </p:blipFill>
        <p:spPr>
          <a:xfrm>
            <a:off x="3309844" y="5461358"/>
            <a:ext cx="1451118" cy="692909"/>
          </a:xfrm>
          <a:prstGeom prst="rect">
            <a:avLst/>
          </a:prstGeom>
        </p:spPr>
      </p:pic>
      <p:sp>
        <p:nvSpPr>
          <p:cNvPr id="13" name="Footer Placeholder 12"/>
          <p:cNvSpPr>
            <a:spLocks noGrp="1"/>
          </p:cNvSpPr>
          <p:nvPr>
            <p:ph type="ftr" sz="quarter" idx="11"/>
          </p:nvPr>
        </p:nvSpPr>
        <p:spPr/>
        <p:txBody>
          <a:bodyPr/>
          <a:lstStyle/>
          <a:p>
            <a:r>
              <a:rPr lang="en-US" smtClean="0"/>
              <a:t>ARSS IT SOLUTIONS</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mph" presetSubtype="0" grpId="0" nodeType="withEffect">
                                  <p:stCondLst>
                                    <p:cond delay="0"/>
                                  </p:stCondLst>
                                  <p:iterate type="lt">
                                    <p:tmAbs val="25"/>
                                  </p:iterate>
                                  <p:childTnLst>
                                    <p:set>
                                      <p:cBhvr override="childStyle">
                                        <p:cTn id="6" dur="indefinite"/>
                                        <p:tgtEl>
                                          <p:spTgt spid="2"/>
                                        </p:tgtEl>
                                        <p:attrNameLst>
                                          <p:attrName>style.fontWeight</p:attrName>
                                        </p:attrNameLst>
                                      </p:cBhvr>
                                      <p:to>
                                        <p:strVal val="bold"/>
                                      </p:to>
                                    </p:set>
                                  </p:childTnLst>
                                </p:cTn>
                              </p:par>
                            </p:childTnLst>
                          </p:cTn>
                        </p:par>
                        <p:par>
                          <p:cTn id="7" fill="hold">
                            <p:stCondLst>
                              <p:cond delay="0"/>
                            </p:stCondLst>
                            <p:childTnLst>
                              <p:par>
                                <p:cTn id="8" presetID="15" presetClass="emph" presetSubtype="0" nodeType="afterEffect">
                                  <p:stCondLst>
                                    <p:cond delay="0"/>
                                  </p:stCondLst>
                                  <p:iterate type="lt">
                                    <p:tmAbs val="25"/>
                                  </p:iterate>
                                  <p:childTnLst>
                                    <p:set>
                                      <p:cBhvr override="childStyle">
                                        <p:cTn id="9" dur="indefinite"/>
                                        <p:tgtEl>
                                          <p:spTgt spid="3">
                                            <p:txEl>
                                              <p:pRg st="0" end="0"/>
                                            </p:txEl>
                                          </p:spTgt>
                                        </p:tgtEl>
                                        <p:attrNameLst>
                                          <p:attrName>style.fontWeight</p:attrName>
                                        </p:attrNameLst>
                                      </p:cBhvr>
                                      <p:to>
                                        <p:strVal val="bold"/>
                                      </p:to>
                                    </p:set>
                                  </p:childTnLst>
                                </p:cTn>
                              </p:par>
                            </p:childTnLst>
                          </p:cTn>
                        </p:par>
                        <p:par>
                          <p:cTn id="10" fill="hold">
                            <p:stCondLst>
                              <p:cond delay="1550"/>
                            </p:stCondLst>
                            <p:childTnLst>
                              <p:par>
                                <p:cTn id="11" presetID="15" presetClass="emph" presetSubtype="0" nodeType="afterEffect">
                                  <p:stCondLst>
                                    <p:cond delay="0"/>
                                  </p:stCondLst>
                                  <p:iterate type="lt">
                                    <p:tmAbs val="25"/>
                                  </p:iterate>
                                  <p:childTnLst>
                                    <p:set>
                                      <p:cBhvr override="childStyle">
                                        <p:cTn id="12" dur="indefinite"/>
                                        <p:tgtEl>
                                          <p:spTgt spid="3">
                                            <p:txEl>
                                              <p:pRg st="1" end="1"/>
                                            </p:txEl>
                                          </p:spTgt>
                                        </p:tgtEl>
                                        <p:attrNameLst>
                                          <p:attrName>style.fontWeight</p:attrName>
                                        </p:attrNameLst>
                                      </p:cBhvr>
                                      <p:to>
                                        <p:strVal val="bold"/>
                                      </p:to>
                                    </p:set>
                                  </p:childTnLst>
                                </p:cTn>
                              </p:par>
                            </p:childTnLst>
                          </p:cTn>
                        </p:par>
                        <p:par>
                          <p:cTn id="13" fill="hold">
                            <p:stCondLst>
                              <p:cond delay="3950"/>
                            </p:stCondLst>
                            <p:childTnLst>
                              <p:par>
                                <p:cTn id="14" presetID="15" presetClass="emph" presetSubtype="0" nodeType="afterEffect">
                                  <p:stCondLst>
                                    <p:cond delay="0"/>
                                  </p:stCondLst>
                                  <p:iterate type="lt">
                                    <p:tmAbs val="25"/>
                                  </p:iterate>
                                  <p:childTnLst>
                                    <p:set>
                                      <p:cBhvr override="childStyle">
                                        <p:cTn id="15" dur="indefinite"/>
                                        <p:tgtEl>
                                          <p:spTgt spid="3">
                                            <p:txEl>
                                              <p:pRg st="2" end="2"/>
                                            </p:txEl>
                                          </p:spTgt>
                                        </p:tgtEl>
                                        <p:attrNameLst>
                                          <p:attrName>style.fontWeight</p:attrName>
                                        </p:attrNameLst>
                                      </p:cBhvr>
                                      <p:to>
                                        <p:strVal val="bold"/>
                                      </p:to>
                                    </p:set>
                                  </p:childTnLst>
                                </p:cTn>
                              </p:par>
                              <p:par>
                                <p:cTn id="16" presetID="31" presetClass="entr" presetSubtype="0" fill="hold" nodeType="withEffect">
                                  <p:stCondLst>
                                    <p:cond delay="0"/>
                                  </p:stCondLst>
                                  <p:childTnLst>
                                    <p:set>
                                      <p:cBhvr>
                                        <p:cTn id="17" dur="1" fill="hold">
                                          <p:stCondLst>
                                            <p:cond delay="0"/>
                                          </p:stCondLst>
                                        </p:cTn>
                                        <p:tgtEl>
                                          <p:spTgt spid="1026"/>
                                        </p:tgtEl>
                                        <p:attrNameLst>
                                          <p:attrName>style.visibility</p:attrName>
                                        </p:attrNameLst>
                                      </p:cBhvr>
                                      <p:to>
                                        <p:strVal val="visible"/>
                                      </p:to>
                                    </p:set>
                                    <p:anim calcmode="lin" valueType="num">
                                      <p:cBhvr>
                                        <p:cTn id="18" dur="1000" fill="hold"/>
                                        <p:tgtEl>
                                          <p:spTgt spid="1026"/>
                                        </p:tgtEl>
                                        <p:attrNameLst>
                                          <p:attrName>ppt_w</p:attrName>
                                        </p:attrNameLst>
                                      </p:cBhvr>
                                      <p:tavLst>
                                        <p:tav tm="0">
                                          <p:val>
                                            <p:fltVal val="0"/>
                                          </p:val>
                                        </p:tav>
                                        <p:tav tm="100000">
                                          <p:val>
                                            <p:strVal val="#ppt_w"/>
                                          </p:val>
                                        </p:tav>
                                      </p:tavLst>
                                    </p:anim>
                                    <p:anim calcmode="lin" valueType="num">
                                      <p:cBhvr>
                                        <p:cTn id="19" dur="1000" fill="hold"/>
                                        <p:tgtEl>
                                          <p:spTgt spid="1026"/>
                                        </p:tgtEl>
                                        <p:attrNameLst>
                                          <p:attrName>ppt_h</p:attrName>
                                        </p:attrNameLst>
                                      </p:cBhvr>
                                      <p:tavLst>
                                        <p:tav tm="0">
                                          <p:val>
                                            <p:fltVal val="0"/>
                                          </p:val>
                                        </p:tav>
                                        <p:tav tm="100000">
                                          <p:val>
                                            <p:strVal val="#ppt_h"/>
                                          </p:val>
                                        </p:tav>
                                      </p:tavLst>
                                    </p:anim>
                                    <p:anim calcmode="lin" valueType="num">
                                      <p:cBhvr>
                                        <p:cTn id="20" dur="1000" fill="hold"/>
                                        <p:tgtEl>
                                          <p:spTgt spid="1026"/>
                                        </p:tgtEl>
                                        <p:attrNameLst>
                                          <p:attrName>style.rotation</p:attrName>
                                        </p:attrNameLst>
                                      </p:cBhvr>
                                      <p:tavLst>
                                        <p:tav tm="0">
                                          <p:val>
                                            <p:fltVal val="90"/>
                                          </p:val>
                                        </p:tav>
                                        <p:tav tm="100000">
                                          <p:val>
                                            <p:fltVal val="0"/>
                                          </p:val>
                                        </p:tav>
                                      </p:tavLst>
                                    </p:anim>
                                    <p:animEffect transition="in" filter="fade">
                                      <p:cBhvr>
                                        <p:cTn id="21" dur="1000"/>
                                        <p:tgtEl>
                                          <p:spTgt spid="1026"/>
                                        </p:tgtEl>
                                      </p:cBhvr>
                                    </p:animEffect>
                                  </p:childTnLst>
                                </p:cTn>
                              </p:par>
                              <p:par>
                                <p:cTn id="22" presetID="31" presetClass="entr" presetSubtype="0" fill="hold" nodeType="withEffect">
                                  <p:stCondLst>
                                    <p:cond delay="0"/>
                                  </p:stCondLst>
                                  <p:childTnLst>
                                    <p:set>
                                      <p:cBhvr>
                                        <p:cTn id="23" dur="1" fill="hold">
                                          <p:stCondLst>
                                            <p:cond delay="0"/>
                                          </p:stCondLst>
                                        </p:cTn>
                                        <p:tgtEl>
                                          <p:spTgt spid="1028"/>
                                        </p:tgtEl>
                                        <p:attrNameLst>
                                          <p:attrName>style.visibility</p:attrName>
                                        </p:attrNameLst>
                                      </p:cBhvr>
                                      <p:to>
                                        <p:strVal val="visible"/>
                                      </p:to>
                                    </p:set>
                                    <p:anim calcmode="lin" valueType="num">
                                      <p:cBhvr>
                                        <p:cTn id="24" dur="1000" fill="hold"/>
                                        <p:tgtEl>
                                          <p:spTgt spid="1028"/>
                                        </p:tgtEl>
                                        <p:attrNameLst>
                                          <p:attrName>ppt_w</p:attrName>
                                        </p:attrNameLst>
                                      </p:cBhvr>
                                      <p:tavLst>
                                        <p:tav tm="0">
                                          <p:val>
                                            <p:fltVal val="0"/>
                                          </p:val>
                                        </p:tav>
                                        <p:tav tm="100000">
                                          <p:val>
                                            <p:strVal val="#ppt_w"/>
                                          </p:val>
                                        </p:tav>
                                      </p:tavLst>
                                    </p:anim>
                                    <p:anim calcmode="lin" valueType="num">
                                      <p:cBhvr>
                                        <p:cTn id="25" dur="1000" fill="hold"/>
                                        <p:tgtEl>
                                          <p:spTgt spid="1028"/>
                                        </p:tgtEl>
                                        <p:attrNameLst>
                                          <p:attrName>ppt_h</p:attrName>
                                        </p:attrNameLst>
                                      </p:cBhvr>
                                      <p:tavLst>
                                        <p:tav tm="0">
                                          <p:val>
                                            <p:fltVal val="0"/>
                                          </p:val>
                                        </p:tav>
                                        <p:tav tm="100000">
                                          <p:val>
                                            <p:strVal val="#ppt_h"/>
                                          </p:val>
                                        </p:tav>
                                      </p:tavLst>
                                    </p:anim>
                                    <p:anim calcmode="lin" valueType="num">
                                      <p:cBhvr>
                                        <p:cTn id="26" dur="1000" fill="hold"/>
                                        <p:tgtEl>
                                          <p:spTgt spid="1028"/>
                                        </p:tgtEl>
                                        <p:attrNameLst>
                                          <p:attrName>style.rotation</p:attrName>
                                        </p:attrNameLst>
                                      </p:cBhvr>
                                      <p:tavLst>
                                        <p:tav tm="0">
                                          <p:val>
                                            <p:fltVal val="90"/>
                                          </p:val>
                                        </p:tav>
                                        <p:tav tm="100000">
                                          <p:val>
                                            <p:fltVal val="0"/>
                                          </p:val>
                                        </p:tav>
                                      </p:tavLst>
                                    </p:anim>
                                    <p:animEffect transition="in" filter="fade">
                                      <p:cBhvr>
                                        <p:cTn id="27" dur="1000"/>
                                        <p:tgtEl>
                                          <p:spTgt spid="1028"/>
                                        </p:tgtEl>
                                      </p:cBhvr>
                                    </p:animEffect>
                                  </p:childTnLst>
                                </p:cTn>
                              </p:par>
                              <p:par>
                                <p:cTn id="28" presetID="31" presetClass="entr" presetSubtype="0" fill="hold" nodeType="withEffect">
                                  <p:stCondLst>
                                    <p:cond delay="0"/>
                                  </p:stCondLst>
                                  <p:childTnLst>
                                    <p:set>
                                      <p:cBhvr>
                                        <p:cTn id="29" dur="1" fill="hold">
                                          <p:stCondLst>
                                            <p:cond delay="0"/>
                                          </p:stCondLst>
                                        </p:cTn>
                                        <p:tgtEl>
                                          <p:spTgt spid="1030"/>
                                        </p:tgtEl>
                                        <p:attrNameLst>
                                          <p:attrName>style.visibility</p:attrName>
                                        </p:attrNameLst>
                                      </p:cBhvr>
                                      <p:to>
                                        <p:strVal val="visible"/>
                                      </p:to>
                                    </p:set>
                                    <p:anim calcmode="lin" valueType="num">
                                      <p:cBhvr>
                                        <p:cTn id="30" dur="1000" fill="hold"/>
                                        <p:tgtEl>
                                          <p:spTgt spid="1030"/>
                                        </p:tgtEl>
                                        <p:attrNameLst>
                                          <p:attrName>ppt_w</p:attrName>
                                        </p:attrNameLst>
                                      </p:cBhvr>
                                      <p:tavLst>
                                        <p:tav tm="0">
                                          <p:val>
                                            <p:fltVal val="0"/>
                                          </p:val>
                                        </p:tav>
                                        <p:tav tm="100000">
                                          <p:val>
                                            <p:strVal val="#ppt_w"/>
                                          </p:val>
                                        </p:tav>
                                      </p:tavLst>
                                    </p:anim>
                                    <p:anim calcmode="lin" valueType="num">
                                      <p:cBhvr>
                                        <p:cTn id="31" dur="1000" fill="hold"/>
                                        <p:tgtEl>
                                          <p:spTgt spid="1030"/>
                                        </p:tgtEl>
                                        <p:attrNameLst>
                                          <p:attrName>ppt_h</p:attrName>
                                        </p:attrNameLst>
                                      </p:cBhvr>
                                      <p:tavLst>
                                        <p:tav tm="0">
                                          <p:val>
                                            <p:fltVal val="0"/>
                                          </p:val>
                                        </p:tav>
                                        <p:tav tm="100000">
                                          <p:val>
                                            <p:strVal val="#ppt_h"/>
                                          </p:val>
                                        </p:tav>
                                      </p:tavLst>
                                    </p:anim>
                                    <p:anim calcmode="lin" valueType="num">
                                      <p:cBhvr>
                                        <p:cTn id="32" dur="1000" fill="hold"/>
                                        <p:tgtEl>
                                          <p:spTgt spid="1030"/>
                                        </p:tgtEl>
                                        <p:attrNameLst>
                                          <p:attrName>style.rotation</p:attrName>
                                        </p:attrNameLst>
                                      </p:cBhvr>
                                      <p:tavLst>
                                        <p:tav tm="0">
                                          <p:val>
                                            <p:fltVal val="90"/>
                                          </p:val>
                                        </p:tav>
                                        <p:tav tm="100000">
                                          <p:val>
                                            <p:fltVal val="0"/>
                                          </p:val>
                                        </p:tav>
                                      </p:tavLst>
                                    </p:anim>
                                    <p:animEffect transition="in" filter="fade">
                                      <p:cBhvr>
                                        <p:cTn id="33" dur="1000"/>
                                        <p:tgtEl>
                                          <p:spTgt spid="1030"/>
                                        </p:tgtEl>
                                      </p:cBhvr>
                                    </p:animEffect>
                                  </p:childTnLst>
                                </p:cTn>
                              </p:par>
                              <p:par>
                                <p:cTn id="34" presetID="31" presetClass="entr" presetSubtype="0" fill="hold" nodeType="withEffect">
                                  <p:stCondLst>
                                    <p:cond delay="0"/>
                                  </p:stCondLst>
                                  <p:childTnLst>
                                    <p:set>
                                      <p:cBhvr>
                                        <p:cTn id="35" dur="1" fill="hold">
                                          <p:stCondLst>
                                            <p:cond delay="0"/>
                                          </p:stCondLst>
                                        </p:cTn>
                                        <p:tgtEl>
                                          <p:spTgt spid="1032"/>
                                        </p:tgtEl>
                                        <p:attrNameLst>
                                          <p:attrName>style.visibility</p:attrName>
                                        </p:attrNameLst>
                                      </p:cBhvr>
                                      <p:to>
                                        <p:strVal val="visible"/>
                                      </p:to>
                                    </p:set>
                                    <p:anim calcmode="lin" valueType="num">
                                      <p:cBhvr>
                                        <p:cTn id="36" dur="1000" fill="hold"/>
                                        <p:tgtEl>
                                          <p:spTgt spid="1032"/>
                                        </p:tgtEl>
                                        <p:attrNameLst>
                                          <p:attrName>ppt_w</p:attrName>
                                        </p:attrNameLst>
                                      </p:cBhvr>
                                      <p:tavLst>
                                        <p:tav tm="0">
                                          <p:val>
                                            <p:fltVal val="0"/>
                                          </p:val>
                                        </p:tav>
                                        <p:tav tm="100000">
                                          <p:val>
                                            <p:strVal val="#ppt_w"/>
                                          </p:val>
                                        </p:tav>
                                      </p:tavLst>
                                    </p:anim>
                                    <p:anim calcmode="lin" valueType="num">
                                      <p:cBhvr>
                                        <p:cTn id="37" dur="1000" fill="hold"/>
                                        <p:tgtEl>
                                          <p:spTgt spid="1032"/>
                                        </p:tgtEl>
                                        <p:attrNameLst>
                                          <p:attrName>ppt_h</p:attrName>
                                        </p:attrNameLst>
                                      </p:cBhvr>
                                      <p:tavLst>
                                        <p:tav tm="0">
                                          <p:val>
                                            <p:fltVal val="0"/>
                                          </p:val>
                                        </p:tav>
                                        <p:tav tm="100000">
                                          <p:val>
                                            <p:strVal val="#ppt_h"/>
                                          </p:val>
                                        </p:tav>
                                      </p:tavLst>
                                    </p:anim>
                                    <p:anim calcmode="lin" valueType="num">
                                      <p:cBhvr>
                                        <p:cTn id="38" dur="1000" fill="hold"/>
                                        <p:tgtEl>
                                          <p:spTgt spid="1032"/>
                                        </p:tgtEl>
                                        <p:attrNameLst>
                                          <p:attrName>style.rotation</p:attrName>
                                        </p:attrNameLst>
                                      </p:cBhvr>
                                      <p:tavLst>
                                        <p:tav tm="0">
                                          <p:val>
                                            <p:fltVal val="90"/>
                                          </p:val>
                                        </p:tav>
                                        <p:tav tm="100000">
                                          <p:val>
                                            <p:fltVal val="0"/>
                                          </p:val>
                                        </p:tav>
                                      </p:tavLst>
                                    </p:anim>
                                    <p:animEffect transition="in" filter="fade">
                                      <p:cBhvr>
                                        <p:cTn id="39" dur="1000"/>
                                        <p:tgtEl>
                                          <p:spTgt spid="1032"/>
                                        </p:tgtEl>
                                      </p:cBhvr>
                                    </p:animEffect>
                                  </p:childTnLst>
                                </p:cTn>
                              </p:par>
                              <p:par>
                                <p:cTn id="40" presetID="31" presetClass="entr" presetSubtype="0" fill="hold" nodeType="withEffect">
                                  <p:stCondLst>
                                    <p:cond delay="0"/>
                                  </p:stCondLst>
                                  <p:childTnLst>
                                    <p:set>
                                      <p:cBhvr>
                                        <p:cTn id="41" dur="1" fill="hold">
                                          <p:stCondLst>
                                            <p:cond delay="0"/>
                                          </p:stCondLst>
                                        </p:cTn>
                                        <p:tgtEl>
                                          <p:spTgt spid="1042"/>
                                        </p:tgtEl>
                                        <p:attrNameLst>
                                          <p:attrName>style.visibility</p:attrName>
                                        </p:attrNameLst>
                                      </p:cBhvr>
                                      <p:to>
                                        <p:strVal val="visible"/>
                                      </p:to>
                                    </p:set>
                                    <p:anim calcmode="lin" valueType="num">
                                      <p:cBhvr>
                                        <p:cTn id="42" dur="1000" fill="hold"/>
                                        <p:tgtEl>
                                          <p:spTgt spid="1042"/>
                                        </p:tgtEl>
                                        <p:attrNameLst>
                                          <p:attrName>ppt_w</p:attrName>
                                        </p:attrNameLst>
                                      </p:cBhvr>
                                      <p:tavLst>
                                        <p:tav tm="0">
                                          <p:val>
                                            <p:fltVal val="0"/>
                                          </p:val>
                                        </p:tav>
                                        <p:tav tm="100000">
                                          <p:val>
                                            <p:strVal val="#ppt_w"/>
                                          </p:val>
                                        </p:tav>
                                      </p:tavLst>
                                    </p:anim>
                                    <p:anim calcmode="lin" valueType="num">
                                      <p:cBhvr>
                                        <p:cTn id="43" dur="1000" fill="hold"/>
                                        <p:tgtEl>
                                          <p:spTgt spid="1042"/>
                                        </p:tgtEl>
                                        <p:attrNameLst>
                                          <p:attrName>ppt_h</p:attrName>
                                        </p:attrNameLst>
                                      </p:cBhvr>
                                      <p:tavLst>
                                        <p:tav tm="0">
                                          <p:val>
                                            <p:fltVal val="0"/>
                                          </p:val>
                                        </p:tav>
                                        <p:tav tm="100000">
                                          <p:val>
                                            <p:strVal val="#ppt_h"/>
                                          </p:val>
                                        </p:tav>
                                      </p:tavLst>
                                    </p:anim>
                                    <p:anim calcmode="lin" valueType="num">
                                      <p:cBhvr>
                                        <p:cTn id="44" dur="1000" fill="hold"/>
                                        <p:tgtEl>
                                          <p:spTgt spid="1042"/>
                                        </p:tgtEl>
                                        <p:attrNameLst>
                                          <p:attrName>style.rotation</p:attrName>
                                        </p:attrNameLst>
                                      </p:cBhvr>
                                      <p:tavLst>
                                        <p:tav tm="0">
                                          <p:val>
                                            <p:fltVal val="90"/>
                                          </p:val>
                                        </p:tav>
                                        <p:tav tm="100000">
                                          <p:val>
                                            <p:fltVal val="0"/>
                                          </p:val>
                                        </p:tav>
                                      </p:tavLst>
                                    </p:anim>
                                    <p:animEffect transition="in" filter="fade">
                                      <p:cBhvr>
                                        <p:cTn id="45" dur="1000"/>
                                        <p:tgtEl>
                                          <p:spTgt spid="1042"/>
                                        </p:tgtEl>
                                      </p:cBhvr>
                                    </p:animEffect>
                                  </p:childTnLst>
                                </p:cTn>
                              </p:par>
                              <p:par>
                                <p:cTn id="46" presetID="31" presetClass="entr" presetSubtype="0" fill="hold" nodeType="withEffect">
                                  <p:stCondLst>
                                    <p:cond delay="0"/>
                                  </p:stCondLst>
                                  <p:childTnLst>
                                    <p:set>
                                      <p:cBhvr>
                                        <p:cTn id="47" dur="1" fill="hold">
                                          <p:stCondLst>
                                            <p:cond delay="0"/>
                                          </p:stCondLst>
                                        </p:cTn>
                                        <p:tgtEl>
                                          <p:spTgt spid="1034"/>
                                        </p:tgtEl>
                                        <p:attrNameLst>
                                          <p:attrName>style.visibility</p:attrName>
                                        </p:attrNameLst>
                                      </p:cBhvr>
                                      <p:to>
                                        <p:strVal val="visible"/>
                                      </p:to>
                                    </p:set>
                                    <p:anim calcmode="lin" valueType="num">
                                      <p:cBhvr>
                                        <p:cTn id="48" dur="1000" fill="hold"/>
                                        <p:tgtEl>
                                          <p:spTgt spid="1034"/>
                                        </p:tgtEl>
                                        <p:attrNameLst>
                                          <p:attrName>ppt_w</p:attrName>
                                        </p:attrNameLst>
                                      </p:cBhvr>
                                      <p:tavLst>
                                        <p:tav tm="0">
                                          <p:val>
                                            <p:fltVal val="0"/>
                                          </p:val>
                                        </p:tav>
                                        <p:tav tm="100000">
                                          <p:val>
                                            <p:strVal val="#ppt_w"/>
                                          </p:val>
                                        </p:tav>
                                      </p:tavLst>
                                    </p:anim>
                                    <p:anim calcmode="lin" valueType="num">
                                      <p:cBhvr>
                                        <p:cTn id="49" dur="1000" fill="hold"/>
                                        <p:tgtEl>
                                          <p:spTgt spid="1034"/>
                                        </p:tgtEl>
                                        <p:attrNameLst>
                                          <p:attrName>ppt_h</p:attrName>
                                        </p:attrNameLst>
                                      </p:cBhvr>
                                      <p:tavLst>
                                        <p:tav tm="0">
                                          <p:val>
                                            <p:fltVal val="0"/>
                                          </p:val>
                                        </p:tav>
                                        <p:tav tm="100000">
                                          <p:val>
                                            <p:strVal val="#ppt_h"/>
                                          </p:val>
                                        </p:tav>
                                      </p:tavLst>
                                    </p:anim>
                                    <p:anim calcmode="lin" valueType="num">
                                      <p:cBhvr>
                                        <p:cTn id="50" dur="1000" fill="hold"/>
                                        <p:tgtEl>
                                          <p:spTgt spid="1034"/>
                                        </p:tgtEl>
                                        <p:attrNameLst>
                                          <p:attrName>style.rotation</p:attrName>
                                        </p:attrNameLst>
                                      </p:cBhvr>
                                      <p:tavLst>
                                        <p:tav tm="0">
                                          <p:val>
                                            <p:fltVal val="90"/>
                                          </p:val>
                                        </p:tav>
                                        <p:tav tm="100000">
                                          <p:val>
                                            <p:fltVal val="0"/>
                                          </p:val>
                                        </p:tav>
                                      </p:tavLst>
                                    </p:anim>
                                    <p:animEffect transition="in" filter="fade">
                                      <p:cBhvr>
                                        <p:cTn id="51" dur="1000"/>
                                        <p:tgtEl>
                                          <p:spTgt spid="1034"/>
                                        </p:tgtEl>
                                      </p:cBhvr>
                                    </p:animEffect>
                                  </p:childTnLst>
                                </p:cTn>
                              </p:par>
                              <p:par>
                                <p:cTn id="52" presetID="31" presetClass="entr" presetSubtype="0" fill="hold" nodeType="withEffect">
                                  <p:stCondLst>
                                    <p:cond delay="0"/>
                                  </p:stCondLst>
                                  <p:childTnLst>
                                    <p:set>
                                      <p:cBhvr>
                                        <p:cTn id="53" dur="1" fill="hold">
                                          <p:stCondLst>
                                            <p:cond delay="0"/>
                                          </p:stCondLst>
                                        </p:cTn>
                                        <p:tgtEl>
                                          <p:spTgt spid="5"/>
                                        </p:tgtEl>
                                        <p:attrNameLst>
                                          <p:attrName>style.visibility</p:attrName>
                                        </p:attrNameLst>
                                      </p:cBhvr>
                                      <p:to>
                                        <p:strVal val="visible"/>
                                      </p:to>
                                    </p:set>
                                    <p:anim calcmode="lin" valueType="num">
                                      <p:cBhvr>
                                        <p:cTn id="54" dur="1000" fill="hold"/>
                                        <p:tgtEl>
                                          <p:spTgt spid="5"/>
                                        </p:tgtEl>
                                        <p:attrNameLst>
                                          <p:attrName>ppt_w</p:attrName>
                                        </p:attrNameLst>
                                      </p:cBhvr>
                                      <p:tavLst>
                                        <p:tav tm="0">
                                          <p:val>
                                            <p:fltVal val="0"/>
                                          </p:val>
                                        </p:tav>
                                        <p:tav tm="100000">
                                          <p:val>
                                            <p:strVal val="#ppt_w"/>
                                          </p:val>
                                        </p:tav>
                                      </p:tavLst>
                                    </p:anim>
                                    <p:anim calcmode="lin" valueType="num">
                                      <p:cBhvr>
                                        <p:cTn id="55" dur="1000" fill="hold"/>
                                        <p:tgtEl>
                                          <p:spTgt spid="5"/>
                                        </p:tgtEl>
                                        <p:attrNameLst>
                                          <p:attrName>ppt_h</p:attrName>
                                        </p:attrNameLst>
                                      </p:cBhvr>
                                      <p:tavLst>
                                        <p:tav tm="0">
                                          <p:val>
                                            <p:fltVal val="0"/>
                                          </p:val>
                                        </p:tav>
                                        <p:tav tm="100000">
                                          <p:val>
                                            <p:strVal val="#ppt_h"/>
                                          </p:val>
                                        </p:tav>
                                      </p:tavLst>
                                    </p:anim>
                                    <p:anim calcmode="lin" valueType="num">
                                      <p:cBhvr>
                                        <p:cTn id="56" dur="1000" fill="hold"/>
                                        <p:tgtEl>
                                          <p:spTgt spid="5"/>
                                        </p:tgtEl>
                                        <p:attrNameLst>
                                          <p:attrName>style.rotation</p:attrName>
                                        </p:attrNameLst>
                                      </p:cBhvr>
                                      <p:tavLst>
                                        <p:tav tm="0">
                                          <p:val>
                                            <p:fltVal val="90"/>
                                          </p:val>
                                        </p:tav>
                                        <p:tav tm="100000">
                                          <p:val>
                                            <p:fltVal val="0"/>
                                          </p:val>
                                        </p:tav>
                                      </p:tavLst>
                                    </p:anim>
                                    <p:animEffect transition="in" filter="fade">
                                      <p:cBhvr>
                                        <p:cTn id="57" dur="1000"/>
                                        <p:tgtEl>
                                          <p:spTgt spid="5"/>
                                        </p:tgtEl>
                                      </p:cBhvr>
                                    </p:animEffect>
                                  </p:childTnLst>
                                </p:cTn>
                              </p:par>
                              <p:par>
                                <p:cTn id="58" presetID="31" presetClass="entr" presetSubtype="0" fill="hold" nodeType="withEffect">
                                  <p:stCondLst>
                                    <p:cond delay="0"/>
                                  </p:stCondLst>
                                  <p:childTnLst>
                                    <p:set>
                                      <p:cBhvr>
                                        <p:cTn id="59" dur="1" fill="hold">
                                          <p:stCondLst>
                                            <p:cond delay="0"/>
                                          </p:stCondLst>
                                        </p:cTn>
                                        <p:tgtEl>
                                          <p:spTgt spid="1040"/>
                                        </p:tgtEl>
                                        <p:attrNameLst>
                                          <p:attrName>style.visibility</p:attrName>
                                        </p:attrNameLst>
                                      </p:cBhvr>
                                      <p:to>
                                        <p:strVal val="visible"/>
                                      </p:to>
                                    </p:set>
                                    <p:anim calcmode="lin" valueType="num">
                                      <p:cBhvr>
                                        <p:cTn id="60" dur="1000" fill="hold"/>
                                        <p:tgtEl>
                                          <p:spTgt spid="1040"/>
                                        </p:tgtEl>
                                        <p:attrNameLst>
                                          <p:attrName>ppt_w</p:attrName>
                                        </p:attrNameLst>
                                      </p:cBhvr>
                                      <p:tavLst>
                                        <p:tav tm="0">
                                          <p:val>
                                            <p:fltVal val="0"/>
                                          </p:val>
                                        </p:tav>
                                        <p:tav tm="100000">
                                          <p:val>
                                            <p:strVal val="#ppt_w"/>
                                          </p:val>
                                        </p:tav>
                                      </p:tavLst>
                                    </p:anim>
                                    <p:anim calcmode="lin" valueType="num">
                                      <p:cBhvr>
                                        <p:cTn id="61" dur="1000" fill="hold"/>
                                        <p:tgtEl>
                                          <p:spTgt spid="1040"/>
                                        </p:tgtEl>
                                        <p:attrNameLst>
                                          <p:attrName>ppt_h</p:attrName>
                                        </p:attrNameLst>
                                      </p:cBhvr>
                                      <p:tavLst>
                                        <p:tav tm="0">
                                          <p:val>
                                            <p:fltVal val="0"/>
                                          </p:val>
                                        </p:tav>
                                        <p:tav tm="100000">
                                          <p:val>
                                            <p:strVal val="#ppt_h"/>
                                          </p:val>
                                        </p:tav>
                                      </p:tavLst>
                                    </p:anim>
                                    <p:anim calcmode="lin" valueType="num">
                                      <p:cBhvr>
                                        <p:cTn id="62" dur="1000" fill="hold"/>
                                        <p:tgtEl>
                                          <p:spTgt spid="1040"/>
                                        </p:tgtEl>
                                        <p:attrNameLst>
                                          <p:attrName>style.rotation</p:attrName>
                                        </p:attrNameLst>
                                      </p:cBhvr>
                                      <p:tavLst>
                                        <p:tav tm="0">
                                          <p:val>
                                            <p:fltVal val="90"/>
                                          </p:val>
                                        </p:tav>
                                        <p:tav tm="100000">
                                          <p:val>
                                            <p:fltVal val="0"/>
                                          </p:val>
                                        </p:tav>
                                      </p:tavLst>
                                    </p:anim>
                                    <p:animEffect transition="in" filter="fade">
                                      <p:cBhvr>
                                        <p:cTn id="63" dur="1000"/>
                                        <p:tgtEl>
                                          <p:spTgt spid="1040"/>
                                        </p:tgtEl>
                                      </p:cBhvr>
                                    </p:animEffect>
                                  </p:childTnLst>
                                </p:cTn>
                              </p:par>
                              <p:par>
                                <p:cTn id="64" presetID="31" presetClass="entr" presetSubtype="0" fill="hold" nodeType="withEffect">
                                  <p:stCondLst>
                                    <p:cond delay="0"/>
                                  </p:stCondLst>
                                  <p:childTnLst>
                                    <p:set>
                                      <p:cBhvr>
                                        <p:cTn id="65" dur="1" fill="hold">
                                          <p:stCondLst>
                                            <p:cond delay="0"/>
                                          </p:stCondLst>
                                        </p:cTn>
                                        <p:tgtEl>
                                          <p:spTgt spid="1046"/>
                                        </p:tgtEl>
                                        <p:attrNameLst>
                                          <p:attrName>style.visibility</p:attrName>
                                        </p:attrNameLst>
                                      </p:cBhvr>
                                      <p:to>
                                        <p:strVal val="visible"/>
                                      </p:to>
                                    </p:set>
                                    <p:anim calcmode="lin" valueType="num">
                                      <p:cBhvr>
                                        <p:cTn id="66" dur="1000" fill="hold"/>
                                        <p:tgtEl>
                                          <p:spTgt spid="1046"/>
                                        </p:tgtEl>
                                        <p:attrNameLst>
                                          <p:attrName>ppt_w</p:attrName>
                                        </p:attrNameLst>
                                      </p:cBhvr>
                                      <p:tavLst>
                                        <p:tav tm="0">
                                          <p:val>
                                            <p:fltVal val="0"/>
                                          </p:val>
                                        </p:tav>
                                        <p:tav tm="100000">
                                          <p:val>
                                            <p:strVal val="#ppt_w"/>
                                          </p:val>
                                        </p:tav>
                                      </p:tavLst>
                                    </p:anim>
                                    <p:anim calcmode="lin" valueType="num">
                                      <p:cBhvr>
                                        <p:cTn id="67" dur="1000" fill="hold"/>
                                        <p:tgtEl>
                                          <p:spTgt spid="1046"/>
                                        </p:tgtEl>
                                        <p:attrNameLst>
                                          <p:attrName>ppt_h</p:attrName>
                                        </p:attrNameLst>
                                      </p:cBhvr>
                                      <p:tavLst>
                                        <p:tav tm="0">
                                          <p:val>
                                            <p:fltVal val="0"/>
                                          </p:val>
                                        </p:tav>
                                        <p:tav tm="100000">
                                          <p:val>
                                            <p:strVal val="#ppt_h"/>
                                          </p:val>
                                        </p:tav>
                                      </p:tavLst>
                                    </p:anim>
                                    <p:anim calcmode="lin" valueType="num">
                                      <p:cBhvr>
                                        <p:cTn id="68" dur="1000" fill="hold"/>
                                        <p:tgtEl>
                                          <p:spTgt spid="1046"/>
                                        </p:tgtEl>
                                        <p:attrNameLst>
                                          <p:attrName>style.rotation</p:attrName>
                                        </p:attrNameLst>
                                      </p:cBhvr>
                                      <p:tavLst>
                                        <p:tav tm="0">
                                          <p:val>
                                            <p:fltVal val="90"/>
                                          </p:val>
                                        </p:tav>
                                        <p:tav tm="100000">
                                          <p:val>
                                            <p:fltVal val="0"/>
                                          </p:val>
                                        </p:tav>
                                      </p:tavLst>
                                    </p:anim>
                                    <p:animEffect transition="in" filter="fade">
                                      <p:cBhvr>
                                        <p:cTn id="69" dur="1000"/>
                                        <p:tgtEl>
                                          <p:spTgt spid="10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How Many Years of Experience We Have?</a:t>
            </a:r>
            <a:endParaRPr dirty="0"/>
          </a:p>
        </p:txBody>
      </p:sp>
      <p:sp>
        <p:nvSpPr>
          <p:cNvPr id="3" name="Content Placeholder 2"/>
          <p:cNvSpPr>
            <a:spLocks noGrp="1"/>
          </p:cNvSpPr>
          <p:nvPr>
            <p:ph idx="1"/>
          </p:nvPr>
        </p:nvSpPr>
        <p:spPr/>
        <p:txBody>
          <a:bodyPr/>
          <a:lstStyle/>
          <a:p>
            <a:r>
              <a:rPr dirty="0"/>
              <a:t>Our program has 2 years of successful history in training and placing professionals in data engineering roles.</a:t>
            </a:r>
            <a:endParaRPr dirty="0"/>
          </a:p>
          <a:p>
            <a:r>
              <a:rPr dirty="0"/>
              <a:t>We have experienced professionals with 6-8 years of experience in the IT industry.</a:t>
            </a:r>
            <a:endParaRPr dirty="0"/>
          </a:p>
        </p:txBody>
      </p:sp>
      <p:sp>
        <p:nvSpPr>
          <p:cNvPr id="4" name="Footer Placeholder 3"/>
          <p:cNvSpPr>
            <a:spLocks noGrp="1"/>
          </p:cNvSpPr>
          <p:nvPr>
            <p:ph type="ftr" sz="quarter" idx="11"/>
          </p:nvPr>
        </p:nvSpPr>
        <p:spPr/>
        <p:txBody>
          <a:bodyPr/>
          <a:lstStyle/>
          <a:p>
            <a:r>
              <a:rPr lang="en-US" smtClean="0"/>
              <a:t>ARSS IT SOLUTIONS</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mph" presetSubtype="0" grpId="0" nodeType="withEffect">
                                  <p:stCondLst>
                                    <p:cond delay="0"/>
                                  </p:stCondLst>
                                  <p:iterate type="lt">
                                    <p:tmAbs val="25"/>
                                  </p:iterate>
                                  <p:childTnLst>
                                    <p:set>
                                      <p:cBhvr override="childStyle">
                                        <p:cTn id="6" dur="indefinite"/>
                                        <p:tgtEl>
                                          <p:spTgt spid="2"/>
                                        </p:tgtEl>
                                        <p:attrNameLst>
                                          <p:attrName>style.fontWeight</p:attrName>
                                        </p:attrNameLst>
                                      </p:cBhvr>
                                      <p:to>
                                        <p:strVal val="bold"/>
                                      </p:to>
                                    </p:set>
                                  </p:childTnLst>
                                </p:cTn>
                              </p:par>
                            </p:childTnLst>
                          </p:cTn>
                        </p:par>
                        <p:par>
                          <p:cTn id="7" fill="hold">
                            <p:stCondLst>
                              <p:cond delay="0"/>
                            </p:stCondLst>
                            <p:childTnLst>
                              <p:par>
                                <p:cTn id="8" presetID="15" presetClass="emph" presetSubtype="0" nodeType="afterEffect">
                                  <p:stCondLst>
                                    <p:cond delay="0"/>
                                  </p:stCondLst>
                                  <p:iterate type="lt">
                                    <p:tmAbs val="25"/>
                                  </p:iterate>
                                  <p:childTnLst>
                                    <p:set>
                                      <p:cBhvr override="childStyle">
                                        <p:cTn id="9" dur="indefinite"/>
                                        <p:tgtEl>
                                          <p:spTgt spid="3">
                                            <p:txEl>
                                              <p:pRg st="0" end="0"/>
                                            </p:txEl>
                                          </p:spTgt>
                                        </p:tgtEl>
                                        <p:attrNameLst>
                                          <p:attrName>style.fontWeight</p:attrName>
                                        </p:attrNameLst>
                                      </p:cBhvr>
                                      <p:to>
                                        <p:strVal val="bold"/>
                                      </p:to>
                                    </p:set>
                                  </p:childTnLst>
                                </p:cTn>
                              </p:par>
                            </p:childTnLst>
                          </p:cTn>
                        </p:par>
                        <p:par>
                          <p:cTn id="10" fill="hold">
                            <p:stCondLst>
                              <p:cond delay="2750"/>
                            </p:stCondLst>
                            <p:childTnLst>
                              <p:par>
                                <p:cTn id="11" presetID="15" presetClass="emph" presetSubtype="0" nodeType="afterEffect">
                                  <p:stCondLst>
                                    <p:cond delay="0"/>
                                  </p:stCondLst>
                                  <p:iterate type="lt">
                                    <p:tmAbs val="25"/>
                                  </p:iterate>
                                  <p:childTnLst>
                                    <p:set>
                                      <p:cBhvr override="childStyle">
                                        <p:cTn id="12" dur="indefinite"/>
                                        <p:tgtEl>
                                          <p:spTgt spid="3">
                                            <p:txEl>
                                              <p:pRg st="1" end="1"/>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0" y="2"/>
            <a:ext cx="5529943" cy="3015342"/>
          </a:xfrm>
          <a:prstGeom prst="rect">
            <a:avLst/>
          </a:prstGeom>
          <a:effectLst>
            <a:glow rad="127000">
              <a:schemeClr val="tx1"/>
            </a:glow>
            <a:outerShdw dist="50800" dir="5400000" algn="ctr" rotWithShape="0">
              <a:srgbClr val="000000"/>
            </a:outerShdw>
          </a:effectLst>
        </p:spPr>
      </p:pic>
      <p:pic>
        <p:nvPicPr>
          <p:cNvPr id="3" name="Picture 2"/>
          <p:cNvPicPr>
            <a:picLocks noChangeAspect="1"/>
          </p:cNvPicPr>
          <p:nvPr/>
        </p:nvPicPr>
        <p:blipFill>
          <a:blip r:embed="rId2"/>
          <a:stretch>
            <a:fillRect/>
          </a:stretch>
        </p:blipFill>
        <p:spPr>
          <a:xfrm>
            <a:off x="0" y="3166743"/>
            <a:ext cx="5627914" cy="3691255"/>
          </a:xfrm>
          <a:prstGeom prst="rect">
            <a:avLst/>
          </a:prstGeom>
        </p:spPr>
      </p:pic>
      <p:pic>
        <p:nvPicPr>
          <p:cNvPr id="10" name="Picture 9"/>
          <p:cNvPicPr>
            <a:picLocks noChangeAspect="1"/>
          </p:cNvPicPr>
          <p:nvPr/>
        </p:nvPicPr>
        <p:blipFill>
          <a:blip r:embed="rId3"/>
          <a:stretch>
            <a:fillRect/>
          </a:stretch>
        </p:blipFill>
        <p:spPr>
          <a:xfrm>
            <a:off x="5802086" y="1509351"/>
            <a:ext cx="3341914" cy="5348649"/>
          </a:xfrm>
          <a:prstGeom prst="rect">
            <a:avLst/>
          </a:prstGeom>
        </p:spPr>
      </p:pic>
      <p:sp>
        <p:nvSpPr>
          <p:cNvPr id="6" name="Footer Placeholder 5"/>
          <p:cNvSpPr>
            <a:spLocks noGrp="1"/>
          </p:cNvSpPr>
          <p:nvPr>
            <p:ph type="ftr" sz="quarter" idx="11"/>
          </p:nvPr>
        </p:nvSpPr>
        <p:spPr/>
        <p:txBody>
          <a:bodyPr/>
          <a:lstStyle/>
          <a:p>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ARSS IT SOLUTIONS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4000"/>
                                        <p:tgtEl>
                                          <p:spTgt spid="5"/>
                                        </p:tgtEl>
                                      </p:cBhvr>
                                    </p:animEffect>
                                  </p:childTnLst>
                                </p:cTn>
                              </p:par>
                              <p:par>
                                <p:cTn id="8" presetID="5" presetClass="entr" presetSubtype="10" fill="hold" nodeType="withEffect">
                                  <p:stCondLst>
                                    <p:cond delay="4250"/>
                                  </p:stCondLst>
                                  <p:childTnLst>
                                    <p:set>
                                      <p:cBhvr>
                                        <p:cTn id="9" dur="1" fill="hold">
                                          <p:stCondLst>
                                            <p:cond delay="0"/>
                                          </p:stCondLst>
                                        </p:cTn>
                                        <p:tgtEl>
                                          <p:spTgt spid="3"/>
                                        </p:tgtEl>
                                        <p:attrNameLst>
                                          <p:attrName>style.visibility</p:attrName>
                                        </p:attrNameLst>
                                      </p:cBhvr>
                                      <p:to>
                                        <p:strVal val="visible"/>
                                      </p:to>
                                    </p:set>
                                    <p:animEffect transition="in" filter="checkerboard(across)">
                                      <p:cBhvr>
                                        <p:cTn id="10" dur="5500"/>
                                        <p:tgtEl>
                                          <p:spTgt spid="3"/>
                                        </p:tgtEl>
                                      </p:cBhvr>
                                    </p:animEffect>
                                  </p:childTnLst>
                                </p:cTn>
                              </p:par>
                              <p:par>
                                <p:cTn id="11" presetID="5" presetClass="entr" presetSubtype="10" fill="hold" nodeType="withEffect">
                                  <p:stCondLst>
                                    <p:cond delay="8750"/>
                                  </p:stCondLst>
                                  <p:childTnLst>
                                    <p:set>
                                      <p:cBhvr>
                                        <p:cTn id="12" dur="1" fill="hold">
                                          <p:stCondLst>
                                            <p:cond delay="0"/>
                                          </p:stCondLst>
                                        </p:cTn>
                                        <p:tgtEl>
                                          <p:spTgt spid="10"/>
                                        </p:tgtEl>
                                        <p:attrNameLst>
                                          <p:attrName>style.visibility</p:attrName>
                                        </p:attrNameLst>
                                      </p:cBhvr>
                                      <p:to>
                                        <p:strVal val="visible"/>
                                      </p:to>
                                    </p:set>
                                    <p:animEffect transition="in" filter="checkerboard(across)">
                                      <p:cBhvr>
                                        <p:cTn id="13" dur="4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Data Engineering?</a:t>
            </a:r>
            <a:endParaRPr dirty="0"/>
          </a:p>
        </p:txBody>
      </p:sp>
      <p:sp>
        <p:nvSpPr>
          <p:cNvPr id="3" name="Content Placeholder 2"/>
          <p:cNvSpPr>
            <a:spLocks noGrp="1"/>
          </p:cNvSpPr>
          <p:nvPr>
            <p:ph idx="1"/>
          </p:nvPr>
        </p:nvSpPr>
        <p:spPr>
          <a:xfrm>
            <a:off x="827700" y="2052926"/>
            <a:ext cx="5943214" cy="2279588"/>
          </a:xfrm>
        </p:spPr>
        <p:txBody>
          <a:bodyPr>
            <a:normAutofit fontScale="25000" lnSpcReduction="20000"/>
          </a:bodyPr>
          <a:lstStyle/>
          <a:p>
            <a:r>
              <a:rPr dirty="0"/>
              <a:t>High Demand &amp; Growing Field:</a:t>
            </a:r>
            <a:endParaRPr dirty="0"/>
          </a:p>
          <a:p>
            <a:r>
              <a:rPr dirty="0"/>
              <a:t>- Data is the New Oil: Data is the most valuable asset for businesses today.</a:t>
            </a:r>
            <a:endParaRPr dirty="0"/>
          </a:p>
          <a:p>
            <a:r>
              <a:rPr dirty="0"/>
              <a:t>- Data Engineers are in High Demand: Companies across industries are seeking skilled data engineers to manage their growing data needs.</a:t>
            </a:r>
            <a:endParaRPr dirty="0"/>
          </a:p>
          <a:p>
            <a:r>
              <a:rPr dirty="0"/>
              <a:t>- Exciting and Challenging Career: Data engineering offers a dynamic career path with opportunities to work on cutting-edge technologies.</a:t>
            </a:r>
            <a:endParaRPr dirty="0"/>
          </a:p>
          <a:p>
            <a:r>
              <a:rPr dirty="0"/>
              <a:t>Impactful Career:</a:t>
            </a:r>
            <a:endParaRPr dirty="0"/>
          </a:p>
          <a:p>
            <a:r>
              <a:rPr dirty="0"/>
              <a:t>- Drive Business Decisions: Data engineers enable data-driven decision-making, significantly impacting business outcomes.</a:t>
            </a:r>
            <a:endParaRPr dirty="0"/>
          </a:p>
          <a:p>
            <a:r>
              <a:rPr dirty="0"/>
              <a:t>- Solve Real-World Problems: Work on projects that address real-world challenges and contribute to innovation.</a:t>
            </a:r>
            <a:endParaRPr dirty="0"/>
          </a:p>
          <a:p>
            <a:r>
              <a:rPr dirty="0"/>
              <a:t>- Make a Difference: Help businesses improve customer experiences, develop new products, and gain a competitive advantage.</a:t>
            </a:r>
            <a:endParaRPr dirty="0"/>
          </a:p>
          <a:p>
            <a:r>
              <a:rPr dirty="0"/>
              <a:t>Lucrative Career Opportunities:</a:t>
            </a:r>
            <a:endParaRPr dirty="0"/>
          </a:p>
          <a:p>
            <a:r>
              <a:rPr dirty="0"/>
              <a:t>- High Salaries and Benefits: Data engineers are in high demand, leading to competitive salaries and attractive benefits.</a:t>
            </a:r>
            <a:endParaRPr dirty="0"/>
          </a:p>
          <a:p>
            <a:r>
              <a:rPr dirty="0"/>
              <a:t>- Career Growth Potential: Advance to senior roles like Data Architect, Lead Data Engineer, or Chief Data Officer.</a:t>
            </a:r>
            <a:endParaRPr dirty="0"/>
          </a:p>
          <a:p>
            <a:r>
              <a:rPr dirty="0"/>
              <a:t>- Global Career Opportunities: Data engineering skills are transferable across industries and geographies.</a:t>
            </a:r>
            <a:endParaRPr dirty="0"/>
          </a:p>
        </p:txBody>
      </p:sp>
      <p:sp>
        <p:nvSpPr>
          <p:cNvPr id="4" name="Footer Placeholder 3"/>
          <p:cNvSpPr>
            <a:spLocks noGrp="1"/>
          </p:cNvSpPr>
          <p:nvPr>
            <p:ph type="ftr" sz="quarter" idx="11"/>
          </p:nvPr>
        </p:nvSpPr>
        <p:spPr/>
        <p:txBody>
          <a:bodyPr/>
          <a:lstStyle/>
          <a:p>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ARSS IT SOLUTIONS</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1000"/>
                                        <p:tgtEl>
                                          <p:spTgt spid="3">
                                            <p:txEl>
                                              <p:pRg st="3" end="3"/>
                                            </p:txEl>
                                          </p:spTgt>
                                        </p:tgtEl>
                                      </p:cBhvr>
                                    </p:animEffect>
                                    <p:anim calcmode="lin" valueType="num">
                                      <p:cBhvr>
                                        <p:cTn id="2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nodeType="after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nodeType="after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1000"/>
                                        <p:tgtEl>
                                          <p:spTgt spid="3">
                                            <p:txEl>
                                              <p:pRg st="5" end="5"/>
                                            </p:txEl>
                                          </p:spTgt>
                                        </p:tgtEl>
                                      </p:cBhvr>
                                    </p:animEffect>
                                    <p:anim calcmode="lin" valueType="num">
                                      <p:cBhvr>
                                        <p:cTn id="3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nodeType="after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1000"/>
                                        <p:tgtEl>
                                          <p:spTgt spid="3">
                                            <p:txEl>
                                              <p:pRg st="6" end="6"/>
                                            </p:txEl>
                                          </p:spTgt>
                                        </p:tgtEl>
                                      </p:cBhvr>
                                    </p:animEffect>
                                    <p:anim calcmode="lin" valueType="num">
                                      <p:cBhvr>
                                        <p:cTn id="4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nodeType="after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par>
                          <p:cTn id="52" fill="hold">
                            <p:stCondLst>
                              <p:cond delay="8000"/>
                            </p:stCondLst>
                            <p:childTnLst>
                              <p:par>
                                <p:cTn id="53" presetID="42" presetClass="entr" presetSubtype="0" fill="hold" nodeType="after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Effect transition="in" filter="fade">
                                      <p:cBhvr>
                                        <p:cTn id="55" dur="1000"/>
                                        <p:tgtEl>
                                          <p:spTgt spid="3">
                                            <p:txEl>
                                              <p:pRg st="8" end="8"/>
                                            </p:txEl>
                                          </p:spTgt>
                                        </p:tgtEl>
                                      </p:cBhvr>
                                    </p:animEffect>
                                    <p:anim calcmode="lin" valueType="num">
                                      <p:cBhvr>
                                        <p:cTn id="5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par>
                          <p:cTn id="58" fill="hold">
                            <p:stCondLst>
                              <p:cond delay="9000"/>
                            </p:stCondLst>
                            <p:childTnLst>
                              <p:par>
                                <p:cTn id="59" presetID="42" presetClass="entr" presetSubtype="0" fill="hold" nodeType="after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Effect transition="in" filter="fade">
                                      <p:cBhvr>
                                        <p:cTn id="61" dur="1000"/>
                                        <p:tgtEl>
                                          <p:spTgt spid="3">
                                            <p:txEl>
                                              <p:pRg st="9" end="9"/>
                                            </p:txEl>
                                          </p:spTgt>
                                        </p:tgtEl>
                                      </p:cBhvr>
                                    </p:animEffect>
                                    <p:anim calcmode="lin" valueType="num">
                                      <p:cBhvr>
                                        <p:cTn id="62"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par>
                          <p:cTn id="64" fill="hold">
                            <p:stCondLst>
                              <p:cond delay="10000"/>
                            </p:stCondLst>
                            <p:childTnLst>
                              <p:par>
                                <p:cTn id="65" presetID="42" presetClass="entr" presetSubtype="0" fill="hold" nodeType="after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Effect transition="in" filter="fade">
                                      <p:cBhvr>
                                        <p:cTn id="67" dur="1000"/>
                                        <p:tgtEl>
                                          <p:spTgt spid="3">
                                            <p:txEl>
                                              <p:pRg st="10" end="10"/>
                                            </p:txEl>
                                          </p:spTgt>
                                        </p:tgtEl>
                                      </p:cBhvr>
                                    </p:animEffect>
                                    <p:anim calcmode="lin" valueType="num">
                                      <p:cBhvr>
                                        <p:cTn id="6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6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par>
                          <p:cTn id="70" fill="hold">
                            <p:stCondLst>
                              <p:cond delay="11000"/>
                            </p:stCondLst>
                            <p:childTnLst>
                              <p:par>
                                <p:cTn id="71" presetID="42" presetClass="entr" presetSubtype="0" fill="hold" nodeType="after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Effect transition="in" filter="fade">
                                      <p:cBhvr>
                                        <p:cTn id="73" dur="1000"/>
                                        <p:tgtEl>
                                          <p:spTgt spid="3">
                                            <p:txEl>
                                              <p:pRg st="11" end="11"/>
                                            </p:txEl>
                                          </p:spTgt>
                                        </p:tgtEl>
                                      </p:cBhvr>
                                    </p:animEffect>
                                    <p:anim calcmode="lin" valueType="num">
                                      <p:cBhvr>
                                        <p:cTn id="74"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75"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76" presetID="15" presetClass="emph" presetSubtype="0" grpId="0" nodeType="withEffect">
                                  <p:stCondLst>
                                    <p:cond delay="0"/>
                                  </p:stCondLst>
                                  <p:iterate type="lt">
                                    <p:tmAbs val="25"/>
                                  </p:iterate>
                                  <p:childTnLst>
                                    <p:set>
                                      <p:cBhvr override="childStyle">
                                        <p:cTn id="77" dur="indefinite"/>
                                        <p:tgtEl>
                                          <p:spTgt spid="2"/>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Summary</a:t>
            </a:r>
            <a:endParaRPr dirty="0"/>
          </a:p>
        </p:txBody>
      </p:sp>
      <p:sp>
        <p:nvSpPr>
          <p:cNvPr id="3" name="Content Placeholder 2"/>
          <p:cNvSpPr>
            <a:spLocks noGrp="1"/>
          </p:cNvSpPr>
          <p:nvPr>
            <p:ph idx="1"/>
          </p:nvPr>
        </p:nvSpPr>
        <p:spPr/>
        <p:txBody>
          <a:bodyPr>
            <a:normAutofit lnSpcReduction="10000"/>
          </a:bodyPr>
          <a:lstStyle/>
          <a:p>
            <a:r>
              <a:rPr dirty="0"/>
              <a:t>Our comprehensive data engineering training program is designed to empower individuals with the technical and practical skills needed to excel in the growing field of data engineering.</a:t>
            </a:r>
            <a:endParaRPr dirty="0"/>
          </a:p>
          <a:p>
            <a:r>
              <a:rPr dirty="0"/>
              <a:t>With experienced instructors, industry-relevant curriculum, hands-on projects, and a career-focused approach, we have successfully transformed the careers of over</a:t>
            </a:r>
            <a:r>
              <a:rPr lang="en-IN" dirty="0"/>
              <a:t> 200+</a:t>
            </a:r>
            <a:r>
              <a:rPr dirty="0"/>
              <a:t> professionals</a:t>
            </a:r>
            <a:r>
              <a:rPr lang="en-IN" dirty="0"/>
              <a:t> in last one year.</a:t>
            </a:r>
            <a:endParaRPr dirty="0"/>
          </a:p>
          <a:p>
            <a:r>
              <a:rPr dirty="0"/>
              <a:t>We are committed to student success, offering continuous support and guidance to ensure a smooth transition into rewarding data engineering roles.</a:t>
            </a:r>
            <a:endParaRPr dirty="0"/>
          </a:p>
        </p:txBody>
      </p:sp>
      <p:sp>
        <p:nvSpPr>
          <p:cNvPr id="4" name="Footer Placeholder 3"/>
          <p:cNvSpPr>
            <a:spLocks noGrp="1"/>
          </p:cNvSpPr>
          <p:nvPr>
            <p:ph type="ftr" sz="quarter" idx="11"/>
          </p:nvPr>
        </p:nvSpPr>
        <p:spPr/>
        <p:txBody>
          <a:bodyPr/>
          <a:lstStyle/>
          <a:p>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ARSS IT SOLUTIONS</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4" presetClass="emph" presetSubtype="0" fill="hold" grpId="0" nodeType="with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2"/>
                                        </p:tgtEl>
                                        <p:attrNameLst>
                                          <p:attrName>ppt_x</p:attrName>
                                          <p:attrName>ppt_y</p:attrName>
                                        </p:attrNameLst>
                                      </p:cBhvr>
                                    </p:animMotion>
                                    <p:animRot by="1500000">
                                      <p:cBhvr>
                                        <p:cTn id="7" dur="125" fill="hold">
                                          <p:stCondLst>
                                            <p:cond delay="0"/>
                                          </p:stCondLst>
                                        </p:cTn>
                                        <p:tgtEl>
                                          <p:spTgt spid="2"/>
                                        </p:tgtEl>
                                        <p:attrNameLst>
                                          <p:attrName>r</p:attrName>
                                        </p:attrNameLst>
                                      </p:cBhvr>
                                    </p:animRot>
                                    <p:animRot by="-1500000">
                                      <p:cBhvr>
                                        <p:cTn id="8" dur="125" fill="hold">
                                          <p:stCondLst>
                                            <p:cond delay="125"/>
                                          </p:stCondLst>
                                        </p:cTn>
                                        <p:tgtEl>
                                          <p:spTgt spid="2"/>
                                        </p:tgtEl>
                                        <p:attrNameLst>
                                          <p:attrName>r</p:attrName>
                                        </p:attrNameLst>
                                      </p:cBhvr>
                                    </p:animRot>
                                    <p:animRot by="-1500000">
                                      <p:cBhvr>
                                        <p:cTn id="9" dur="125" fill="hold">
                                          <p:stCondLst>
                                            <p:cond delay="250"/>
                                          </p:stCondLst>
                                        </p:cTn>
                                        <p:tgtEl>
                                          <p:spTgt spid="2"/>
                                        </p:tgtEl>
                                        <p:attrNameLst>
                                          <p:attrName>r</p:attrName>
                                        </p:attrNameLst>
                                      </p:cBhvr>
                                    </p:animRot>
                                    <p:animRot by="1500000">
                                      <p:cBhvr>
                                        <p:cTn id="10" dur="125" fill="hold">
                                          <p:stCondLst>
                                            <p:cond delay="375"/>
                                          </p:stCondLst>
                                        </p:cTn>
                                        <p:tgtEl>
                                          <p:spTgt spid="2"/>
                                        </p:tgtEl>
                                        <p:attrNameLst>
                                          <p:attrName>r</p:attrName>
                                        </p:attrNameLst>
                                      </p:cBhvr>
                                    </p:animRot>
                                  </p:childTnLst>
                                </p:cTn>
                              </p:par>
                            </p:childTnLst>
                          </p:cTn>
                        </p:par>
                        <p:par>
                          <p:cTn id="11" fill="hold">
                            <p:stCondLst>
                              <p:cond delay="0"/>
                            </p:stCondLst>
                            <p:childTnLst>
                              <p:par>
                                <p:cTn id="12" presetID="15" presetClass="emph" presetSubtype="0" nodeType="afterEffect">
                                  <p:stCondLst>
                                    <p:cond delay="0"/>
                                  </p:stCondLst>
                                  <p:iterate type="lt">
                                    <p:tmAbs val="25"/>
                                  </p:iterate>
                                  <p:childTnLst>
                                    <p:set>
                                      <p:cBhvr override="childStyle">
                                        <p:cTn id="13" dur="indefinite"/>
                                        <p:tgtEl>
                                          <p:spTgt spid="3">
                                            <p:txEl>
                                              <p:pRg st="0" end="0"/>
                                            </p:txEl>
                                          </p:spTgt>
                                        </p:tgtEl>
                                        <p:attrNameLst>
                                          <p:attrName>style.fontWeight</p:attrName>
                                        </p:attrNameLst>
                                      </p:cBhvr>
                                      <p:to>
                                        <p:strVal val="bold"/>
                                      </p:to>
                                    </p:set>
                                  </p:childTnLst>
                                </p:cTn>
                              </p:par>
                            </p:childTnLst>
                          </p:cTn>
                        </p:par>
                        <p:par>
                          <p:cTn id="14" fill="hold">
                            <p:stCondLst>
                              <p:cond delay="4599"/>
                            </p:stCondLst>
                            <p:childTnLst>
                              <p:par>
                                <p:cTn id="15" presetID="15" presetClass="emph" presetSubtype="0" nodeType="afterEffect">
                                  <p:stCondLst>
                                    <p:cond delay="0"/>
                                  </p:stCondLst>
                                  <p:iterate type="lt">
                                    <p:tmAbs val="25"/>
                                  </p:iterate>
                                  <p:childTnLst>
                                    <p:set>
                                      <p:cBhvr override="childStyle">
                                        <p:cTn id="16" dur="indefinite"/>
                                        <p:tgtEl>
                                          <p:spTgt spid="3">
                                            <p:txEl>
                                              <p:pRg st="1" end="1"/>
                                            </p:txEl>
                                          </p:spTgt>
                                        </p:tgtEl>
                                        <p:attrNameLst>
                                          <p:attrName>style.fontWeight</p:attrName>
                                        </p:attrNameLst>
                                      </p:cBhvr>
                                      <p:to>
                                        <p:strVal val="bold"/>
                                      </p:to>
                                    </p:set>
                                  </p:childTnLst>
                                </p:cTn>
                              </p:par>
                            </p:childTnLst>
                          </p:cTn>
                        </p:par>
                        <p:par>
                          <p:cTn id="17" fill="hold">
                            <p:stCondLst>
                              <p:cond delay="9574"/>
                            </p:stCondLst>
                            <p:childTnLst>
                              <p:par>
                                <p:cTn id="18" presetID="15" presetClass="emph" presetSubtype="0" nodeType="afterEffect">
                                  <p:stCondLst>
                                    <p:cond delay="0"/>
                                  </p:stCondLst>
                                  <p:iterate type="lt">
                                    <p:tmAbs val="25"/>
                                  </p:iterate>
                                  <p:childTnLst>
                                    <p:set>
                                      <p:cBhvr override="childStyle">
                                        <p:cTn id="19" dur="indefinite"/>
                                        <p:tgtEl>
                                          <p:spTgt spid="3">
                                            <p:txEl>
                                              <p:pRg st="2" end="2"/>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8892" y="2754808"/>
            <a:ext cx="6620968" cy="1348383"/>
          </a:xfrm>
        </p:spPr>
        <p:txBody>
          <a:bodyPr/>
          <a:lstStyle/>
          <a:p>
            <a:r>
              <a:rPr lang="en-IN" dirty="0"/>
              <a:t>THANK YOU </a:t>
            </a:r>
            <a:endParaRPr lang="en-IN" dirty="0"/>
          </a:p>
        </p:txBody>
      </p:sp>
      <p:sp>
        <p:nvSpPr>
          <p:cNvPr id="3" name="Subtitle 2"/>
          <p:cNvSpPr>
            <a:spLocks noGrp="1"/>
          </p:cNvSpPr>
          <p:nvPr>
            <p:ph type="subTitle" idx="1"/>
          </p:nvPr>
        </p:nvSpPr>
        <p:spPr/>
        <p:txBody>
          <a:bodyPr/>
          <a:lstStyle/>
          <a:p>
            <a:r>
              <a:rPr lang="en-IN" dirty="0"/>
              <a:t>FROM</a:t>
            </a:r>
            <a:endParaRPr lang="en-IN" dirty="0"/>
          </a:p>
          <a:p>
            <a:r>
              <a:rPr lang="en-IN" dirty="0" smtClean="0"/>
              <a:t>ARSS IT SOLUTIONS</a:t>
            </a:r>
            <a:endParaRPr lang="en-IN" dirty="0"/>
          </a:p>
        </p:txBody>
      </p:sp>
      <p:pic>
        <p:nvPicPr>
          <p:cNvPr id="5" name="Picture 4" descr="A cartoon emoji with a thumbs up"/>
          <p:cNvPicPr>
            <a:picLocks noChangeAspect="1"/>
          </p:cNvPicPr>
          <p:nvPr/>
        </p:nvPicPr>
        <p:blipFill>
          <a:blip r:embed="rId1"/>
          <a:stretch>
            <a:fillRect/>
          </a:stretch>
        </p:blipFill>
        <p:spPr>
          <a:xfrm>
            <a:off x="4447416" y="476250"/>
            <a:ext cx="3490084" cy="2437606"/>
          </a:xfrm>
          <a:prstGeom prst="rect">
            <a:avLst/>
          </a:prstGeom>
        </p:spPr>
      </p:pic>
      <p:sp>
        <p:nvSpPr>
          <p:cNvPr id="6" name="Footer Placeholder 5"/>
          <p:cNvSpPr>
            <a:spLocks noGrp="1"/>
          </p:cNvSpPr>
          <p:nvPr>
            <p:ph type="ftr" sz="quarter" idx="11"/>
          </p:nvPr>
        </p:nvSpPr>
        <p:spPr/>
        <p:txBody>
          <a:bodyPr/>
          <a:lstStyle/>
          <a:p>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ARSS IT SOLUTIONS</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par>
                          <p:cTn id="21" fill="hold">
                            <p:stCondLst>
                              <p:cond delay="2000"/>
                            </p:stCondLst>
                            <p:childTnLst>
                              <p:par>
                                <p:cTn id="22" presetID="31" presetClass="entr" presetSubtype="0" fill="hold" grpId="0" nodeType="after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p:cTn id="24" dur="1000" fill="hold"/>
                                        <p:tgtEl>
                                          <p:spTgt spid="2"/>
                                        </p:tgtEl>
                                        <p:attrNameLst>
                                          <p:attrName>ppt_w</p:attrName>
                                        </p:attrNameLst>
                                      </p:cBhvr>
                                      <p:tavLst>
                                        <p:tav tm="0">
                                          <p:val>
                                            <p:fltVal val="0"/>
                                          </p:val>
                                        </p:tav>
                                        <p:tav tm="100000">
                                          <p:val>
                                            <p:strVal val="#ppt_w"/>
                                          </p:val>
                                        </p:tav>
                                      </p:tavLst>
                                    </p:anim>
                                    <p:anim calcmode="lin" valueType="num">
                                      <p:cBhvr>
                                        <p:cTn id="25" dur="1000" fill="hold"/>
                                        <p:tgtEl>
                                          <p:spTgt spid="2"/>
                                        </p:tgtEl>
                                        <p:attrNameLst>
                                          <p:attrName>ppt_h</p:attrName>
                                        </p:attrNameLst>
                                      </p:cBhvr>
                                      <p:tavLst>
                                        <p:tav tm="0">
                                          <p:val>
                                            <p:fltVal val="0"/>
                                          </p:val>
                                        </p:tav>
                                        <p:tav tm="100000">
                                          <p:val>
                                            <p:strVal val="#ppt_h"/>
                                          </p:val>
                                        </p:tav>
                                      </p:tavLst>
                                    </p:anim>
                                    <p:anim calcmode="lin" valueType="num">
                                      <p:cBhvr>
                                        <p:cTn id="26" dur="1000" fill="hold"/>
                                        <p:tgtEl>
                                          <p:spTgt spid="2"/>
                                        </p:tgtEl>
                                        <p:attrNameLst>
                                          <p:attrName>style.rotation</p:attrName>
                                        </p:attrNameLst>
                                      </p:cBhvr>
                                      <p:tavLst>
                                        <p:tav tm="0">
                                          <p:val>
                                            <p:fltVal val="90"/>
                                          </p:val>
                                        </p:tav>
                                        <p:tav tm="100000">
                                          <p:val>
                                            <p:fltVal val="0"/>
                                          </p:val>
                                        </p:tav>
                                      </p:tavLst>
                                    </p:anim>
                                    <p:animEffect transition="in" filter="fade">
                                      <p:cBhvr>
                                        <p:cTn id="27" dur="1000"/>
                                        <p:tgtEl>
                                          <p:spTgt spid="2"/>
                                        </p:tgtEl>
                                      </p:cBhvr>
                                    </p:animEffect>
                                  </p:childTnLst>
                                </p:cTn>
                              </p:par>
                            </p:childTnLst>
                          </p:cTn>
                        </p:par>
                        <p:par>
                          <p:cTn id="28" fill="hold">
                            <p:stCondLst>
                              <p:cond delay="3000"/>
                            </p:stCondLst>
                            <p:childTnLst>
                              <p:par>
                                <p:cTn id="29" presetID="15" presetClass="emph" presetSubtype="0" nodeType="afterEffect">
                                  <p:stCondLst>
                                    <p:cond delay="0"/>
                                  </p:stCondLst>
                                  <p:iterate type="lt">
                                    <p:tmAbs val="25"/>
                                  </p:iterate>
                                  <p:childTnLst>
                                    <p:set>
                                      <p:cBhvr override="childStyle">
                                        <p:cTn id="30" dur="indefinite"/>
                                        <p:tgtEl>
                                          <p:spTgt spid="3">
                                            <p:txEl>
                                              <p:pRg st="0" end="0"/>
                                            </p:txEl>
                                          </p:spTgt>
                                        </p:tgtEl>
                                        <p:attrNameLst>
                                          <p:attrName>style.fontWeight</p:attrName>
                                        </p:attrNameLst>
                                      </p:cBhvr>
                                      <p:to>
                                        <p:strVal val="bold"/>
                                      </p:to>
                                    </p:set>
                                  </p:childTnLst>
                                </p:cTn>
                              </p:par>
                            </p:childTnLst>
                          </p:cTn>
                        </p:par>
                        <p:par>
                          <p:cTn id="31" fill="hold">
                            <p:stCondLst>
                              <p:cond delay="1100"/>
                            </p:stCondLst>
                            <p:childTnLst>
                              <p:par>
                                <p:cTn id="32" presetID="15" presetClass="emph" presetSubtype="0" nodeType="afterEffect">
                                  <p:stCondLst>
                                    <p:cond delay="0"/>
                                  </p:stCondLst>
                                  <p:iterate type="lt">
                                    <p:tmAbs val="25"/>
                                  </p:iterate>
                                  <p:childTnLst>
                                    <p:set>
                                      <p:cBhvr override="childStyle">
                                        <p:cTn id="33" dur="indefinite"/>
                                        <p:tgtEl>
                                          <p:spTgt spid="3">
                                            <p:txEl>
                                              <p:pRg st="1" end="1"/>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0</TotalTime>
  <Words>3498</Words>
  <Application>WPS Presentation</Application>
  <PresentationFormat>On-screen Show (4:3)</PresentationFormat>
  <Paragraphs>79</Paragraphs>
  <Slides>10</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10</vt:i4>
      </vt:variant>
    </vt:vector>
  </HeadingPairs>
  <TitlesOfParts>
    <vt:vector size="20" baseType="lpstr">
      <vt:lpstr>Arial</vt:lpstr>
      <vt:lpstr>SimSun</vt:lpstr>
      <vt:lpstr>Wingdings</vt:lpstr>
      <vt:lpstr>Wingdings 3</vt:lpstr>
      <vt:lpstr>Arial</vt:lpstr>
      <vt:lpstr>Century Gothic</vt:lpstr>
      <vt:lpstr>Microsoft YaHei</vt:lpstr>
      <vt:lpstr>Arial Unicode MS</vt:lpstr>
      <vt:lpstr>Calibri</vt:lpstr>
      <vt:lpstr>Ion</vt:lpstr>
      <vt:lpstr>ARSS IT SOLUTIONS</vt:lpstr>
      <vt:lpstr>Who Are We?</vt:lpstr>
      <vt:lpstr>What We Do?</vt:lpstr>
      <vt:lpstr>How Many Batches We Have Completed Successfully?</vt:lpstr>
      <vt:lpstr>Course Curriculum</vt:lpstr>
      <vt:lpstr>How Many Years of Experience We Have?</vt:lpstr>
      <vt:lpstr>PowerPoint 演示文稿</vt:lpstr>
      <vt:lpstr>Why Data Engineering?</vt:lpstr>
      <vt:lpstr>Summary</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GVSS IT HUB</dc:title>
  <dc:creator>Lenovo</dc:creator>
  <dc:description>generated using python-pptx</dc:description>
  <cp:lastModifiedBy>hp</cp:lastModifiedBy>
  <cp:revision>13</cp:revision>
  <dcterms:created xsi:type="dcterms:W3CDTF">2013-01-27T09:14:00Z</dcterms:created>
  <dcterms:modified xsi:type="dcterms:W3CDTF">2026-06-21T14:16:28Z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D7F5EC92BA9C48A790F46127A047516E_12</vt:lpwstr>
  </property>
  <property fmtid="{D5CDD505-2E9C-101B-9397-08002B2CF9AE}" pid="3" name="KSOProductBuildVer">
    <vt:lpwstr>1033-12.2.0.23196</vt:lpwstr>
  </property>
</Properties>
</file>